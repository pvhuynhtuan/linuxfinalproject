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20"/>
  </p:notesMasterIdLst>
  <p:sldIdLst>
    <p:sldId id="256" r:id="rId2"/>
    <p:sldId id="257" r:id="rId3"/>
    <p:sldId id="258" r:id="rId4"/>
    <p:sldId id="295" r:id="rId5"/>
    <p:sldId id="296" r:id="rId6"/>
    <p:sldId id="265" r:id="rId7"/>
    <p:sldId id="297" r:id="rId8"/>
    <p:sldId id="299" r:id="rId9"/>
    <p:sldId id="298" r:id="rId10"/>
    <p:sldId id="300" r:id="rId11"/>
    <p:sldId id="301" r:id="rId12"/>
    <p:sldId id="306" r:id="rId13"/>
    <p:sldId id="302" r:id="rId14"/>
    <p:sldId id="303" r:id="rId15"/>
    <p:sldId id="304" r:id="rId16"/>
    <p:sldId id="305" r:id="rId17"/>
    <p:sldId id="266" r:id="rId18"/>
    <p:sldId id="307" r:id="rId19"/>
  </p:sldIdLst>
  <p:sldSz cx="9144000" cy="5143500" type="screen16x9"/>
  <p:notesSz cx="6858000" cy="9144000"/>
  <p:embeddedFontLst>
    <p:embeddedFont>
      <p:font typeface="Dosis ExtraLight" pitchFamily="2" charset="0"/>
      <p:regular r:id="rId21"/>
      <p:bold r:id="rId22"/>
    </p:embeddedFont>
    <p:embeddedFont>
      <p:font typeface="Titillium Web Light" panose="00000400000000000000"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F24753E-8A85-4BEE-97E2-441CDA198357}">
  <a:tblStyle styleId="{0F24753E-8A85-4BEE-97E2-441CDA198357}"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A787F38-7B79-44E3-ACA7-109338EB0D08}"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7" d="100"/>
          <a:sy n="137" d="100"/>
        </p:scale>
        <p:origin x="2406"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2"/>
        <p:cNvGrpSpPr/>
        <p:nvPr/>
      </p:nvGrpSpPr>
      <p:grpSpPr>
        <a:xfrm>
          <a:off x="0" y="0"/>
          <a:ext cx="0" cy="0"/>
          <a:chOff x="0" y="0"/>
          <a:chExt cx="0" cy="0"/>
        </a:xfrm>
      </p:grpSpPr>
      <p:sp>
        <p:nvSpPr>
          <p:cNvPr id="3833" name="Google Shape;383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4" name="Google Shape;383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7"/>
        <p:cNvGrpSpPr/>
        <p:nvPr/>
      </p:nvGrpSpPr>
      <p:grpSpPr>
        <a:xfrm>
          <a:off x="0" y="0"/>
          <a:ext cx="0" cy="0"/>
          <a:chOff x="0" y="0"/>
          <a:chExt cx="0" cy="0"/>
        </a:xfrm>
      </p:grpSpPr>
      <p:sp>
        <p:nvSpPr>
          <p:cNvPr id="3838" name="Google Shape;383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9" name="Google Shape;383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6"/>
        <p:cNvGrpSpPr/>
        <p:nvPr/>
      </p:nvGrpSpPr>
      <p:grpSpPr>
        <a:xfrm>
          <a:off x="0" y="0"/>
          <a:ext cx="0" cy="0"/>
          <a:chOff x="0" y="0"/>
          <a:chExt cx="0" cy="0"/>
        </a:xfrm>
      </p:grpSpPr>
      <p:sp>
        <p:nvSpPr>
          <p:cNvPr id="3847" name="Google Shape;3847;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8" name="Google Shape;384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0"/>
        <p:cNvGrpSpPr/>
        <p:nvPr/>
      </p:nvGrpSpPr>
      <p:grpSpPr>
        <a:xfrm>
          <a:off x="0" y="0"/>
          <a:ext cx="0" cy="0"/>
          <a:chOff x="0" y="0"/>
          <a:chExt cx="0" cy="0"/>
        </a:xfrm>
      </p:grpSpPr>
      <p:sp>
        <p:nvSpPr>
          <p:cNvPr id="3911" name="Google Shape;3911;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2" name="Google Shape;3912;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70620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0">
          <a:extLst>
            <a:ext uri="{FF2B5EF4-FFF2-40B4-BE49-F238E27FC236}">
              <a16:creationId xmlns:a16="http://schemas.microsoft.com/office/drawing/2014/main" id="{311FC119-E98F-7757-80B1-A47040EFF161}"/>
            </a:ext>
          </a:extLst>
        </p:cNvPr>
        <p:cNvGrpSpPr/>
        <p:nvPr/>
      </p:nvGrpSpPr>
      <p:grpSpPr>
        <a:xfrm>
          <a:off x="0" y="0"/>
          <a:ext cx="0" cy="0"/>
          <a:chOff x="0" y="0"/>
          <a:chExt cx="0" cy="0"/>
        </a:xfrm>
      </p:grpSpPr>
      <p:sp>
        <p:nvSpPr>
          <p:cNvPr id="3911" name="Google Shape;3911;g35f391192_057:notes">
            <a:extLst>
              <a:ext uri="{FF2B5EF4-FFF2-40B4-BE49-F238E27FC236}">
                <a16:creationId xmlns:a16="http://schemas.microsoft.com/office/drawing/2014/main" id="{8FD56F81-9FDF-F917-8071-31F1B51AE8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2" name="Google Shape;3912;g35f391192_057:notes">
            <a:extLst>
              <a:ext uri="{FF2B5EF4-FFF2-40B4-BE49-F238E27FC236}">
                <a16:creationId xmlns:a16="http://schemas.microsoft.com/office/drawing/2014/main" id="{2B906FF1-F74A-FD42-4E14-8FA040B9CF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384834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8"/>
        <p:cNvGrpSpPr/>
        <p:nvPr/>
      </p:nvGrpSpPr>
      <p:grpSpPr>
        <a:xfrm>
          <a:off x="0" y="0"/>
          <a:ext cx="0" cy="0"/>
          <a:chOff x="0" y="0"/>
          <a:chExt cx="0" cy="0"/>
        </a:xfrm>
      </p:grpSpPr>
      <p:sp>
        <p:nvSpPr>
          <p:cNvPr id="3919" name="Google Shape;3919;g35f391192_0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0" name="Google Shape;3920;g35f391192_0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accent5"/>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762000" y="696425"/>
            <a:ext cx="5396700" cy="11598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2"/>
              </a:buClr>
              <a:buSzPts val="6000"/>
              <a:buNone/>
              <a:defRPr sz="6000">
                <a:solidFill>
                  <a:schemeClr val="accent2"/>
                </a:solidFill>
              </a:defRPr>
            </a:lvl1pPr>
            <a:lvl2pPr lvl="1">
              <a:spcBef>
                <a:spcPts val="0"/>
              </a:spcBef>
              <a:spcAft>
                <a:spcPts val="0"/>
              </a:spcAft>
              <a:buClr>
                <a:schemeClr val="accent2"/>
              </a:buClr>
              <a:buSzPts val="6000"/>
              <a:buNone/>
              <a:defRPr sz="6000">
                <a:solidFill>
                  <a:schemeClr val="accent2"/>
                </a:solidFill>
              </a:defRPr>
            </a:lvl2pPr>
            <a:lvl3pPr lvl="2">
              <a:spcBef>
                <a:spcPts val="0"/>
              </a:spcBef>
              <a:spcAft>
                <a:spcPts val="0"/>
              </a:spcAft>
              <a:buClr>
                <a:schemeClr val="accent2"/>
              </a:buClr>
              <a:buSzPts val="6000"/>
              <a:buNone/>
              <a:defRPr sz="6000">
                <a:solidFill>
                  <a:schemeClr val="accent2"/>
                </a:solidFill>
              </a:defRPr>
            </a:lvl3pPr>
            <a:lvl4pPr lvl="3">
              <a:spcBef>
                <a:spcPts val="0"/>
              </a:spcBef>
              <a:spcAft>
                <a:spcPts val="0"/>
              </a:spcAft>
              <a:buClr>
                <a:schemeClr val="accent2"/>
              </a:buClr>
              <a:buSzPts val="6000"/>
              <a:buNone/>
              <a:defRPr sz="6000">
                <a:solidFill>
                  <a:schemeClr val="accent2"/>
                </a:solidFill>
              </a:defRPr>
            </a:lvl4pPr>
            <a:lvl5pPr lvl="4">
              <a:spcBef>
                <a:spcPts val="0"/>
              </a:spcBef>
              <a:spcAft>
                <a:spcPts val="0"/>
              </a:spcAft>
              <a:buClr>
                <a:schemeClr val="accent2"/>
              </a:buClr>
              <a:buSzPts val="6000"/>
              <a:buNone/>
              <a:defRPr sz="6000">
                <a:solidFill>
                  <a:schemeClr val="accent2"/>
                </a:solidFill>
              </a:defRPr>
            </a:lvl5pPr>
            <a:lvl6pPr lvl="5">
              <a:spcBef>
                <a:spcPts val="0"/>
              </a:spcBef>
              <a:spcAft>
                <a:spcPts val="0"/>
              </a:spcAft>
              <a:buClr>
                <a:schemeClr val="accent2"/>
              </a:buClr>
              <a:buSzPts val="6000"/>
              <a:buNone/>
              <a:defRPr sz="6000">
                <a:solidFill>
                  <a:schemeClr val="accent2"/>
                </a:solidFill>
              </a:defRPr>
            </a:lvl6pPr>
            <a:lvl7pPr lvl="6">
              <a:spcBef>
                <a:spcPts val="0"/>
              </a:spcBef>
              <a:spcAft>
                <a:spcPts val="0"/>
              </a:spcAft>
              <a:buClr>
                <a:schemeClr val="accent2"/>
              </a:buClr>
              <a:buSzPts val="6000"/>
              <a:buNone/>
              <a:defRPr sz="6000">
                <a:solidFill>
                  <a:schemeClr val="accent2"/>
                </a:solidFill>
              </a:defRPr>
            </a:lvl7pPr>
            <a:lvl8pPr lvl="7">
              <a:spcBef>
                <a:spcPts val="0"/>
              </a:spcBef>
              <a:spcAft>
                <a:spcPts val="0"/>
              </a:spcAft>
              <a:buClr>
                <a:schemeClr val="accent2"/>
              </a:buClr>
              <a:buSzPts val="6000"/>
              <a:buNone/>
              <a:defRPr sz="6000">
                <a:solidFill>
                  <a:schemeClr val="accent2"/>
                </a:solidFill>
              </a:defRPr>
            </a:lvl8pPr>
            <a:lvl9pPr lvl="8">
              <a:spcBef>
                <a:spcPts val="0"/>
              </a:spcBef>
              <a:spcAft>
                <a:spcPts val="0"/>
              </a:spcAft>
              <a:buClr>
                <a:schemeClr val="accent2"/>
              </a:buClr>
              <a:buSzPts val="6000"/>
              <a:buNone/>
              <a:defRPr sz="6000">
                <a:solidFill>
                  <a:schemeClr val="accent2"/>
                </a:solidFill>
              </a:defRPr>
            </a:lvl9pPr>
          </a:lstStyle>
          <a:p>
            <a:endParaRPr/>
          </a:p>
        </p:txBody>
      </p:sp>
      <p:grpSp>
        <p:nvGrpSpPr>
          <p:cNvPr id="11" name="Google Shape;11;p2"/>
          <p:cNvGrpSpPr/>
          <p:nvPr/>
        </p:nvGrpSpPr>
        <p:grpSpPr>
          <a:xfrm rot="10800000">
            <a:off x="8705367" y="28698"/>
            <a:ext cx="410132" cy="5086302"/>
            <a:chOff x="836200" y="238125"/>
            <a:chExt cx="422425" cy="5238750"/>
          </a:xfrm>
        </p:grpSpPr>
        <p:sp>
          <p:nvSpPr>
            <p:cNvPr id="12" name="Google Shape;12;p2"/>
            <p:cNvSpPr/>
            <p:nvPr/>
          </p:nvSpPr>
          <p:spPr>
            <a:xfrm>
              <a:off x="8362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362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362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362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362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362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362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362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362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362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362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8362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8362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362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362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362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362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8362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8362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8362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8362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8362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8362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8362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8362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8362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8362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8362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8362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8362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8362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8362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8362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8362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8362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9867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986700"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986700"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98670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9867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98670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986700"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986700"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98670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986700"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9867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986700"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98670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986700"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9867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986700"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986700"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98670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9867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9867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986700"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98670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98670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11372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11372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11372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11372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11372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11372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11372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11372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11372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11372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11372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11372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11372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11372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11372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11372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11372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11372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11372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11372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11372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11372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 name="Google Shape;92;p2"/>
          <p:cNvGrpSpPr/>
          <p:nvPr/>
        </p:nvGrpSpPr>
        <p:grpSpPr>
          <a:xfrm rot="10800000">
            <a:off x="6659535" y="28698"/>
            <a:ext cx="2309844" cy="5086302"/>
            <a:chOff x="986700" y="238125"/>
            <a:chExt cx="2379075" cy="5238750"/>
          </a:xfrm>
        </p:grpSpPr>
        <p:sp>
          <p:nvSpPr>
            <p:cNvPr id="93" name="Google Shape;93;p2"/>
            <p:cNvSpPr/>
            <p:nvPr/>
          </p:nvSpPr>
          <p:spPr>
            <a:xfrm>
              <a:off x="98670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98670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9867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986700"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986700"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9867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986700"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986700"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986700"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986700"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986700"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9867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11372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11372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11372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11372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11372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11372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11372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11372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11372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11372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11372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11372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11372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12877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12877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12877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12877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128772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12877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12877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12877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12877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12877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12877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12877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12877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12877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12877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12877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12877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12877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12877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128772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14382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14382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14382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14382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a:off x="14382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
            <p:cNvSpPr/>
            <p:nvPr/>
          </p:nvSpPr>
          <p:spPr>
            <a:xfrm>
              <a:off x="14382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p:nvPr/>
          </p:nvSpPr>
          <p:spPr>
            <a:xfrm>
              <a:off x="14382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
            <p:cNvSpPr/>
            <p:nvPr/>
          </p:nvSpPr>
          <p:spPr>
            <a:xfrm>
              <a:off x="14382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
            <p:cNvSpPr/>
            <p:nvPr/>
          </p:nvSpPr>
          <p:spPr>
            <a:xfrm>
              <a:off x="14382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
            <p:cNvSpPr/>
            <p:nvPr/>
          </p:nvSpPr>
          <p:spPr>
            <a:xfrm>
              <a:off x="14382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
            <p:cNvSpPr/>
            <p:nvPr/>
          </p:nvSpPr>
          <p:spPr>
            <a:xfrm>
              <a:off x="14382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
            <p:cNvSpPr/>
            <p:nvPr/>
          </p:nvSpPr>
          <p:spPr>
            <a:xfrm>
              <a:off x="14382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
            <p:cNvSpPr/>
            <p:nvPr/>
          </p:nvSpPr>
          <p:spPr>
            <a:xfrm>
              <a:off x="14382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
            <p:cNvSpPr/>
            <p:nvPr/>
          </p:nvSpPr>
          <p:spPr>
            <a:xfrm>
              <a:off x="14382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
            <p:cNvSpPr/>
            <p:nvPr/>
          </p:nvSpPr>
          <p:spPr>
            <a:xfrm>
              <a:off x="14382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
            <p:cNvSpPr/>
            <p:nvPr/>
          </p:nvSpPr>
          <p:spPr>
            <a:xfrm>
              <a:off x="14382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
            <p:cNvSpPr/>
            <p:nvPr/>
          </p:nvSpPr>
          <p:spPr>
            <a:xfrm>
              <a:off x="14382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
            <p:cNvSpPr/>
            <p:nvPr/>
          </p:nvSpPr>
          <p:spPr>
            <a:xfrm>
              <a:off x="14382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
            <p:cNvSpPr/>
            <p:nvPr/>
          </p:nvSpPr>
          <p:spPr>
            <a:xfrm>
              <a:off x="14382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
            <p:cNvSpPr/>
            <p:nvPr/>
          </p:nvSpPr>
          <p:spPr>
            <a:xfrm>
              <a:off x="14382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
            <p:cNvSpPr/>
            <p:nvPr/>
          </p:nvSpPr>
          <p:spPr>
            <a:xfrm>
              <a:off x="14382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
            <p:cNvSpPr/>
            <p:nvPr/>
          </p:nvSpPr>
          <p:spPr>
            <a:xfrm>
              <a:off x="14382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
            <p:cNvSpPr/>
            <p:nvPr/>
          </p:nvSpPr>
          <p:spPr>
            <a:xfrm>
              <a:off x="14382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a:off x="14382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14382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a:off x="14382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
            <p:cNvSpPr/>
            <p:nvPr/>
          </p:nvSpPr>
          <p:spPr>
            <a:xfrm>
              <a:off x="14382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
            <p:cNvSpPr/>
            <p:nvPr/>
          </p:nvSpPr>
          <p:spPr>
            <a:xfrm>
              <a:off x="14382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
            <p:cNvSpPr/>
            <p:nvPr/>
          </p:nvSpPr>
          <p:spPr>
            <a:xfrm>
              <a:off x="14382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
            <p:cNvSpPr/>
            <p:nvPr/>
          </p:nvSpPr>
          <p:spPr>
            <a:xfrm>
              <a:off x="14382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a:off x="14382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
            <p:cNvSpPr/>
            <p:nvPr/>
          </p:nvSpPr>
          <p:spPr>
            <a:xfrm>
              <a:off x="15887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
            <p:cNvSpPr/>
            <p:nvPr/>
          </p:nvSpPr>
          <p:spPr>
            <a:xfrm>
              <a:off x="15887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
            <p:cNvSpPr/>
            <p:nvPr/>
          </p:nvSpPr>
          <p:spPr>
            <a:xfrm>
              <a:off x="15887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
            <p:cNvSpPr/>
            <p:nvPr/>
          </p:nvSpPr>
          <p:spPr>
            <a:xfrm>
              <a:off x="15887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
            <p:cNvSpPr/>
            <p:nvPr/>
          </p:nvSpPr>
          <p:spPr>
            <a:xfrm>
              <a:off x="15887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
            <p:cNvSpPr/>
            <p:nvPr/>
          </p:nvSpPr>
          <p:spPr>
            <a:xfrm>
              <a:off x="15887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
            <p:cNvSpPr/>
            <p:nvPr/>
          </p:nvSpPr>
          <p:spPr>
            <a:xfrm>
              <a:off x="15887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
            <p:cNvSpPr/>
            <p:nvPr/>
          </p:nvSpPr>
          <p:spPr>
            <a:xfrm>
              <a:off x="15887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
            <p:cNvSpPr/>
            <p:nvPr/>
          </p:nvSpPr>
          <p:spPr>
            <a:xfrm>
              <a:off x="15887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p:nvPr/>
          </p:nvSpPr>
          <p:spPr>
            <a:xfrm>
              <a:off x="15887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
            <p:cNvSpPr/>
            <p:nvPr/>
          </p:nvSpPr>
          <p:spPr>
            <a:xfrm>
              <a:off x="15887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
            <p:cNvSpPr/>
            <p:nvPr/>
          </p:nvSpPr>
          <p:spPr>
            <a:xfrm>
              <a:off x="15887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
            <p:cNvSpPr/>
            <p:nvPr/>
          </p:nvSpPr>
          <p:spPr>
            <a:xfrm>
              <a:off x="15887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
            <p:cNvSpPr/>
            <p:nvPr/>
          </p:nvSpPr>
          <p:spPr>
            <a:xfrm>
              <a:off x="15887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
            <p:cNvSpPr/>
            <p:nvPr/>
          </p:nvSpPr>
          <p:spPr>
            <a:xfrm>
              <a:off x="15887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
            <p:cNvSpPr/>
            <p:nvPr/>
          </p:nvSpPr>
          <p:spPr>
            <a:xfrm>
              <a:off x="15887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
            <p:cNvSpPr/>
            <p:nvPr/>
          </p:nvSpPr>
          <p:spPr>
            <a:xfrm>
              <a:off x="15887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
            <p:cNvSpPr/>
            <p:nvPr/>
          </p:nvSpPr>
          <p:spPr>
            <a:xfrm>
              <a:off x="15887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
            <p:cNvSpPr/>
            <p:nvPr/>
          </p:nvSpPr>
          <p:spPr>
            <a:xfrm>
              <a:off x="15887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
            <p:cNvSpPr/>
            <p:nvPr/>
          </p:nvSpPr>
          <p:spPr>
            <a:xfrm>
              <a:off x="17392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
            <p:cNvSpPr/>
            <p:nvPr/>
          </p:nvSpPr>
          <p:spPr>
            <a:xfrm>
              <a:off x="17392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
            <p:cNvSpPr/>
            <p:nvPr/>
          </p:nvSpPr>
          <p:spPr>
            <a:xfrm>
              <a:off x="17392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
            <p:cNvSpPr/>
            <p:nvPr/>
          </p:nvSpPr>
          <p:spPr>
            <a:xfrm>
              <a:off x="17392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
            <p:cNvSpPr/>
            <p:nvPr/>
          </p:nvSpPr>
          <p:spPr>
            <a:xfrm>
              <a:off x="17392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
            <p:cNvSpPr/>
            <p:nvPr/>
          </p:nvSpPr>
          <p:spPr>
            <a:xfrm>
              <a:off x="17392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
            <p:cNvSpPr/>
            <p:nvPr/>
          </p:nvSpPr>
          <p:spPr>
            <a:xfrm>
              <a:off x="17392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
            <p:cNvSpPr/>
            <p:nvPr/>
          </p:nvSpPr>
          <p:spPr>
            <a:xfrm>
              <a:off x="17392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
            <p:cNvSpPr/>
            <p:nvPr/>
          </p:nvSpPr>
          <p:spPr>
            <a:xfrm>
              <a:off x="17392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
            <p:cNvSpPr/>
            <p:nvPr/>
          </p:nvSpPr>
          <p:spPr>
            <a:xfrm>
              <a:off x="17392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
            <p:cNvSpPr/>
            <p:nvPr/>
          </p:nvSpPr>
          <p:spPr>
            <a:xfrm>
              <a:off x="17392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
            <p:cNvSpPr/>
            <p:nvPr/>
          </p:nvSpPr>
          <p:spPr>
            <a:xfrm>
              <a:off x="18897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
            <p:cNvSpPr/>
            <p:nvPr/>
          </p:nvSpPr>
          <p:spPr>
            <a:xfrm>
              <a:off x="188975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
            <p:cNvSpPr/>
            <p:nvPr/>
          </p:nvSpPr>
          <p:spPr>
            <a:xfrm>
              <a:off x="188975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
            <p:cNvSpPr/>
            <p:nvPr/>
          </p:nvSpPr>
          <p:spPr>
            <a:xfrm>
              <a:off x="18897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
            <p:cNvSpPr/>
            <p:nvPr/>
          </p:nvSpPr>
          <p:spPr>
            <a:xfrm>
              <a:off x="18897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
            <p:cNvSpPr/>
            <p:nvPr/>
          </p:nvSpPr>
          <p:spPr>
            <a:xfrm>
              <a:off x="204027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
            <p:cNvSpPr/>
            <p:nvPr/>
          </p:nvSpPr>
          <p:spPr>
            <a:xfrm>
              <a:off x="204027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
            <p:cNvSpPr/>
            <p:nvPr/>
          </p:nvSpPr>
          <p:spPr>
            <a:xfrm>
              <a:off x="204027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
            <p:cNvSpPr/>
            <p:nvPr/>
          </p:nvSpPr>
          <p:spPr>
            <a:xfrm>
              <a:off x="21907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
            <p:cNvSpPr/>
            <p:nvPr/>
          </p:nvSpPr>
          <p:spPr>
            <a:xfrm>
              <a:off x="23413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
            <p:cNvSpPr/>
            <p:nvPr/>
          </p:nvSpPr>
          <p:spPr>
            <a:xfrm>
              <a:off x="26423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
            <p:cNvSpPr/>
            <p:nvPr/>
          </p:nvSpPr>
          <p:spPr>
            <a:xfrm>
              <a:off x="26423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
            <p:cNvSpPr/>
            <p:nvPr/>
          </p:nvSpPr>
          <p:spPr>
            <a:xfrm>
              <a:off x="32443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 name="Google Shape;212;p2"/>
          <p:cNvGrpSpPr/>
          <p:nvPr/>
        </p:nvGrpSpPr>
        <p:grpSpPr>
          <a:xfrm rot="10800000">
            <a:off x="6367294" y="28698"/>
            <a:ext cx="2017554" cy="5086302"/>
            <a:chOff x="1588750" y="238125"/>
            <a:chExt cx="2078025" cy="5238750"/>
          </a:xfrm>
        </p:grpSpPr>
        <p:sp>
          <p:nvSpPr>
            <p:cNvPr id="213" name="Google Shape;213;p2"/>
            <p:cNvSpPr/>
            <p:nvPr/>
          </p:nvSpPr>
          <p:spPr>
            <a:xfrm>
              <a:off x="15887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
            <p:cNvSpPr/>
            <p:nvPr/>
          </p:nvSpPr>
          <p:spPr>
            <a:xfrm>
              <a:off x="15887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
            <p:cNvSpPr/>
            <p:nvPr/>
          </p:nvSpPr>
          <p:spPr>
            <a:xfrm>
              <a:off x="15887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
            <p:cNvSpPr/>
            <p:nvPr/>
          </p:nvSpPr>
          <p:spPr>
            <a:xfrm>
              <a:off x="15887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
            <p:cNvSpPr/>
            <p:nvPr/>
          </p:nvSpPr>
          <p:spPr>
            <a:xfrm>
              <a:off x="15887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
            <p:cNvSpPr/>
            <p:nvPr/>
          </p:nvSpPr>
          <p:spPr>
            <a:xfrm>
              <a:off x="15887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
            <p:cNvSpPr/>
            <p:nvPr/>
          </p:nvSpPr>
          <p:spPr>
            <a:xfrm>
              <a:off x="17392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
            <p:cNvSpPr/>
            <p:nvPr/>
          </p:nvSpPr>
          <p:spPr>
            <a:xfrm>
              <a:off x="17392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
            <p:cNvSpPr/>
            <p:nvPr/>
          </p:nvSpPr>
          <p:spPr>
            <a:xfrm>
              <a:off x="17392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
            <p:cNvSpPr/>
            <p:nvPr/>
          </p:nvSpPr>
          <p:spPr>
            <a:xfrm>
              <a:off x="17392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
            <p:cNvSpPr/>
            <p:nvPr/>
          </p:nvSpPr>
          <p:spPr>
            <a:xfrm>
              <a:off x="17392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
            <p:cNvSpPr/>
            <p:nvPr/>
          </p:nvSpPr>
          <p:spPr>
            <a:xfrm>
              <a:off x="17392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
            <p:cNvSpPr/>
            <p:nvPr/>
          </p:nvSpPr>
          <p:spPr>
            <a:xfrm>
              <a:off x="17392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
            <p:cNvSpPr/>
            <p:nvPr/>
          </p:nvSpPr>
          <p:spPr>
            <a:xfrm>
              <a:off x="188975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
            <p:cNvSpPr/>
            <p:nvPr/>
          </p:nvSpPr>
          <p:spPr>
            <a:xfrm>
              <a:off x="188975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
            <p:cNvSpPr/>
            <p:nvPr/>
          </p:nvSpPr>
          <p:spPr>
            <a:xfrm>
              <a:off x="188975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
            <p:cNvSpPr/>
            <p:nvPr/>
          </p:nvSpPr>
          <p:spPr>
            <a:xfrm>
              <a:off x="188975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
            <p:cNvSpPr/>
            <p:nvPr/>
          </p:nvSpPr>
          <p:spPr>
            <a:xfrm>
              <a:off x="18897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
            <p:cNvSpPr/>
            <p:nvPr/>
          </p:nvSpPr>
          <p:spPr>
            <a:xfrm>
              <a:off x="188975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
            <p:cNvSpPr/>
            <p:nvPr/>
          </p:nvSpPr>
          <p:spPr>
            <a:xfrm>
              <a:off x="188975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
            <p:cNvSpPr/>
            <p:nvPr/>
          </p:nvSpPr>
          <p:spPr>
            <a:xfrm>
              <a:off x="188975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
            <p:cNvSpPr/>
            <p:nvPr/>
          </p:nvSpPr>
          <p:spPr>
            <a:xfrm>
              <a:off x="188975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
            <p:cNvSpPr/>
            <p:nvPr/>
          </p:nvSpPr>
          <p:spPr>
            <a:xfrm>
              <a:off x="18897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
            <p:cNvSpPr/>
            <p:nvPr/>
          </p:nvSpPr>
          <p:spPr>
            <a:xfrm>
              <a:off x="188975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
            <p:cNvSpPr/>
            <p:nvPr/>
          </p:nvSpPr>
          <p:spPr>
            <a:xfrm>
              <a:off x="188975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
            <p:cNvSpPr/>
            <p:nvPr/>
          </p:nvSpPr>
          <p:spPr>
            <a:xfrm>
              <a:off x="188975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
            <p:cNvSpPr/>
            <p:nvPr/>
          </p:nvSpPr>
          <p:spPr>
            <a:xfrm>
              <a:off x="188975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
            <p:cNvSpPr/>
            <p:nvPr/>
          </p:nvSpPr>
          <p:spPr>
            <a:xfrm>
              <a:off x="188975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
            <p:cNvSpPr/>
            <p:nvPr/>
          </p:nvSpPr>
          <p:spPr>
            <a:xfrm>
              <a:off x="188975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
            <p:cNvSpPr/>
            <p:nvPr/>
          </p:nvSpPr>
          <p:spPr>
            <a:xfrm>
              <a:off x="18897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
            <p:cNvSpPr/>
            <p:nvPr/>
          </p:nvSpPr>
          <p:spPr>
            <a:xfrm>
              <a:off x="188975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
            <p:cNvSpPr/>
            <p:nvPr/>
          </p:nvSpPr>
          <p:spPr>
            <a:xfrm>
              <a:off x="188975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
            <p:cNvSpPr/>
            <p:nvPr/>
          </p:nvSpPr>
          <p:spPr>
            <a:xfrm>
              <a:off x="204027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
            <p:cNvSpPr/>
            <p:nvPr/>
          </p:nvSpPr>
          <p:spPr>
            <a:xfrm>
              <a:off x="204027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
            <p:cNvSpPr/>
            <p:nvPr/>
          </p:nvSpPr>
          <p:spPr>
            <a:xfrm>
              <a:off x="204027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
            <p:cNvSpPr/>
            <p:nvPr/>
          </p:nvSpPr>
          <p:spPr>
            <a:xfrm>
              <a:off x="204027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
            <p:cNvSpPr/>
            <p:nvPr/>
          </p:nvSpPr>
          <p:spPr>
            <a:xfrm>
              <a:off x="204027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
            <p:cNvSpPr/>
            <p:nvPr/>
          </p:nvSpPr>
          <p:spPr>
            <a:xfrm>
              <a:off x="204027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
            <p:cNvSpPr/>
            <p:nvPr/>
          </p:nvSpPr>
          <p:spPr>
            <a:xfrm>
              <a:off x="204027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
            <p:cNvSpPr/>
            <p:nvPr/>
          </p:nvSpPr>
          <p:spPr>
            <a:xfrm>
              <a:off x="204027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
            <p:cNvSpPr/>
            <p:nvPr/>
          </p:nvSpPr>
          <p:spPr>
            <a:xfrm>
              <a:off x="204027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
            <p:cNvSpPr/>
            <p:nvPr/>
          </p:nvSpPr>
          <p:spPr>
            <a:xfrm>
              <a:off x="204027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
            <p:cNvSpPr/>
            <p:nvPr/>
          </p:nvSpPr>
          <p:spPr>
            <a:xfrm>
              <a:off x="204027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
            <p:cNvSpPr/>
            <p:nvPr/>
          </p:nvSpPr>
          <p:spPr>
            <a:xfrm>
              <a:off x="204027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
            <p:cNvSpPr/>
            <p:nvPr/>
          </p:nvSpPr>
          <p:spPr>
            <a:xfrm>
              <a:off x="204027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
            <p:cNvSpPr/>
            <p:nvPr/>
          </p:nvSpPr>
          <p:spPr>
            <a:xfrm>
              <a:off x="204027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
            <p:cNvSpPr/>
            <p:nvPr/>
          </p:nvSpPr>
          <p:spPr>
            <a:xfrm>
              <a:off x="204027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
            <p:cNvSpPr/>
            <p:nvPr/>
          </p:nvSpPr>
          <p:spPr>
            <a:xfrm>
              <a:off x="204027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
            <p:cNvSpPr/>
            <p:nvPr/>
          </p:nvSpPr>
          <p:spPr>
            <a:xfrm>
              <a:off x="204027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
            <p:cNvSpPr/>
            <p:nvPr/>
          </p:nvSpPr>
          <p:spPr>
            <a:xfrm>
              <a:off x="204027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
            <p:cNvSpPr/>
            <p:nvPr/>
          </p:nvSpPr>
          <p:spPr>
            <a:xfrm>
              <a:off x="204027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
            <p:cNvSpPr/>
            <p:nvPr/>
          </p:nvSpPr>
          <p:spPr>
            <a:xfrm>
              <a:off x="2190775"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
            <p:cNvSpPr/>
            <p:nvPr/>
          </p:nvSpPr>
          <p:spPr>
            <a:xfrm>
              <a:off x="2190775"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
            <p:cNvSpPr/>
            <p:nvPr/>
          </p:nvSpPr>
          <p:spPr>
            <a:xfrm>
              <a:off x="2190775"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
            <p:cNvSpPr/>
            <p:nvPr/>
          </p:nvSpPr>
          <p:spPr>
            <a:xfrm>
              <a:off x="2190775"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
            <p:cNvSpPr/>
            <p:nvPr/>
          </p:nvSpPr>
          <p:spPr>
            <a:xfrm>
              <a:off x="21907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
            <p:cNvSpPr/>
            <p:nvPr/>
          </p:nvSpPr>
          <p:spPr>
            <a:xfrm>
              <a:off x="21907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
            <p:cNvSpPr/>
            <p:nvPr/>
          </p:nvSpPr>
          <p:spPr>
            <a:xfrm>
              <a:off x="2190775"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
            <p:cNvSpPr/>
            <p:nvPr/>
          </p:nvSpPr>
          <p:spPr>
            <a:xfrm>
              <a:off x="2190775"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
            <p:cNvSpPr/>
            <p:nvPr/>
          </p:nvSpPr>
          <p:spPr>
            <a:xfrm>
              <a:off x="21907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
            <p:cNvSpPr/>
            <p:nvPr/>
          </p:nvSpPr>
          <p:spPr>
            <a:xfrm>
              <a:off x="2190775"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
            <p:cNvSpPr/>
            <p:nvPr/>
          </p:nvSpPr>
          <p:spPr>
            <a:xfrm>
              <a:off x="21907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
            <p:cNvSpPr/>
            <p:nvPr/>
          </p:nvSpPr>
          <p:spPr>
            <a:xfrm>
              <a:off x="2190775"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
            <p:cNvSpPr/>
            <p:nvPr/>
          </p:nvSpPr>
          <p:spPr>
            <a:xfrm>
              <a:off x="21907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
            <p:cNvSpPr/>
            <p:nvPr/>
          </p:nvSpPr>
          <p:spPr>
            <a:xfrm>
              <a:off x="21907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
            <p:cNvSpPr/>
            <p:nvPr/>
          </p:nvSpPr>
          <p:spPr>
            <a:xfrm>
              <a:off x="21907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
            <p:cNvSpPr/>
            <p:nvPr/>
          </p:nvSpPr>
          <p:spPr>
            <a:xfrm>
              <a:off x="2190775"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
            <p:cNvSpPr/>
            <p:nvPr/>
          </p:nvSpPr>
          <p:spPr>
            <a:xfrm>
              <a:off x="21907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
            <p:cNvSpPr/>
            <p:nvPr/>
          </p:nvSpPr>
          <p:spPr>
            <a:xfrm>
              <a:off x="21907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
            <p:cNvSpPr/>
            <p:nvPr/>
          </p:nvSpPr>
          <p:spPr>
            <a:xfrm>
              <a:off x="2190775"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
            <p:cNvSpPr/>
            <p:nvPr/>
          </p:nvSpPr>
          <p:spPr>
            <a:xfrm>
              <a:off x="21907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
            <p:cNvSpPr/>
            <p:nvPr/>
          </p:nvSpPr>
          <p:spPr>
            <a:xfrm>
              <a:off x="2190775"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
            <p:cNvSpPr/>
            <p:nvPr/>
          </p:nvSpPr>
          <p:spPr>
            <a:xfrm>
              <a:off x="2190775"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
            <p:cNvSpPr/>
            <p:nvPr/>
          </p:nvSpPr>
          <p:spPr>
            <a:xfrm>
              <a:off x="21907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
            <p:cNvSpPr/>
            <p:nvPr/>
          </p:nvSpPr>
          <p:spPr>
            <a:xfrm>
              <a:off x="21907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
            <p:cNvSpPr/>
            <p:nvPr/>
          </p:nvSpPr>
          <p:spPr>
            <a:xfrm>
              <a:off x="2190775"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
            <p:cNvSpPr/>
            <p:nvPr/>
          </p:nvSpPr>
          <p:spPr>
            <a:xfrm>
              <a:off x="23413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
            <p:cNvSpPr/>
            <p:nvPr/>
          </p:nvSpPr>
          <p:spPr>
            <a:xfrm>
              <a:off x="23413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
            <p:cNvSpPr/>
            <p:nvPr/>
          </p:nvSpPr>
          <p:spPr>
            <a:xfrm>
              <a:off x="23413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
            <p:cNvSpPr/>
            <p:nvPr/>
          </p:nvSpPr>
          <p:spPr>
            <a:xfrm>
              <a:off x="23413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
            <p:cNvSpPr/>
            <p:nvPr/>
          </p:nvSpPr>
          <p:spPr>
            <a:xfrm>
              <a:off x="23413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
            <p:cNvSpPr/>
            <p:nvPr/>
          </p:nvSpPr>
          <p:spPr>
            <a:xfrm>
              <a:off x="23413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
            <p:cNvSpPr/>
            <p:nvPr/>
          </p:nvSpPr>
          <p:spPr>
            <a:xfrm>
              <a:off x="23413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
            <p:cNvSpPr/>
            <p:nvPr/>
          </p:nvSpPr>
          <p:spPr>
            <a:xfrm>
              <a:off x="23413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
            <p:cNvSpPr/>
            <p:nvPr/>
          </p:nvSpPr>
          <p:spPr>
            <a:xfrm>
              <a:off x="23413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
            <p:cNvSpPr/>
            <p:nvPr/>
          </p:nvSpPr>
          <p:spPr>
            <a:xfrm>
              <a:off x="23413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
            <p:cNvSpPr/>
            <p:nvPr/>
          </p:nvSpPr>
          <p:spPr>
            <a:xfrm>
              <a:off x="23413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
            <p:cNvSpPr/>
            <p:nvPr/>
          </p:nvSpPr>
          <p:spPr>
            <a:xfrm>
              <a:off x="23413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
            <p:cNvSpPr/>
            <p:nvPr/>
          </p:nvSpPr>
          <p:spPr>
            <a:xfrm>
              <a:off x="23413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
            <p:cNvSpPr/>
            <p:nvPr/>
          </p:nvSpPr>
          <p:spPr>
            <a:xfrm>
              <a:off x="23413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
            <p:cNvSpPr/>
            <p:nvPr/>
          </p:nvSpPr>
          <p:spPr>
            <a:xfrm>
              <a:off x="23413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
            <p:cNvSpPr/>
            <p:nvPr/>
          </p:nvSpPr>
          <p:spPr>
            <a:xfrm>
              <a:off x="23413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
            <p:cNvSpPr/>
            <p:nvPr/>
          </p:nvSpPr>
          <p:spPr>
            <a:xfrm>
              <a:off x="23413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
            <p:cNvSpPr/>
            <p:nvPr/>
          </p:nvSpPr>
          <p:spPr>
            <a:xfrm>
              <a:off x="23413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
            <p:cNvSpPr/>
            <p:nvPr/>
          </p:nvSpPr>
          <p:spPr>
            <a:xfrm>
              <a:off x="23413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
            <p:cNvSpPr/>
            <p:nvPr/>
          </p:nvSpPr>
          <p:spPr>
            <a:xfrm>
              <a:off x="23413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
            <p:cNvSpPr/>
            <p:nvPr/>
          </p:nvSpPr>
          <p:spPr>
            <a:xfrm>
              <a:off x="23413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
            <p:cNvSpPr/>
            <p:nvPr/>
          </p:nvSpPr>
          <p:spPr>
            <a:xfrm>
              <a:off x="23413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
            <p:cNvSpPr/>
            <p:nvPr/>
          </p:nvSpPr>
          <p:spPr>
            <a:xfrm>
              <a:off x="23413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
            <p:cNvSpPr/>
            <p:nvPr/>
          </p:nvSpPr>
          <p:spPr>
            <a:xfrm>
              <a:off x="23413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
            <p:cNvSpPr/>
            <p:nvPr/>
          </p:nvSpPr>
          <p:spPr>
            <a:xfrm>
              <a:off x="23413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
            <p:cNvSpPr/>
            <p:nvPr/>
          </p:nvSpPr>
          <p:spPr>
            <a:xfrm>
              <a:off x="23413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
            <p:cNvSpPr/>
            <p:nvPr/>
          </p:nvSpPr>
          <p:spPr>
            <a:xfrm>
              <a:off x="249180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
            <p:cNvSpPr/>
            <p:nvPr/>
          </p:nvSpPr>
          <p:spPr>
            <a:xfrm>
              <a:off x="24918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
            <p:cNvSpPr/>
            <p:nvPr/>
          </p:nvSpPr>
          <p:spPr>
            <a:xfrm>
              <a:off x="249180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
            <p:cNvSpPr/>
            <p:nvPr/>
          </p:nvSpPr>
          <p:spPr>
            <a:xfrm>
              <a:off x="249180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
            <p:cNvSpPr/>
            <p:nvPr/>
          </p:nvSpPr>
          <p:spPr>
            <a:xfrm>
              <a:off x="249180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
            <p:cNvSpPr/>
            <p:nvPr/>
          </p:nvSpPr>
          <p:spPr>
            <a:xfrm>
              <a:off x="249180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
            <p:cNvSpPr/>
            <p:nvPr/>
          </p:nvSpPr>
          <p:spPr>
            <a:xfrm>
              <a:off x="249180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
            <p:cNvSpPr/>
            <p:nvPr/>
          </p:nvSpPr>
          <p:spPr>
            <a:xfrm>
              <a:off x="249180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
            <p:cNvSpPr/>
            <p:nvPr/>
          </p:nvSpPr>
          <p:spPr>
            <a:xfrm>
              <a:off x="249180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
            <p:cNvSpPr/>
            <p:nvPr/>
          </p:nvSpPr>
          <p:spPr>
            <a:xfrm>
              <a:off x="249180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
            <p:cNvSpPr/>
            <p:nvPr/>
          </p:nvSpPr>
          <p:spPr>
            <a:xfrm>
              <a:off x="249180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
            <p:cNvSpPr/>
            <p:nvPr/>
          </p:nvSpPr>
          <p:spPr>
            <a:xfrm>
              <a:off x="24918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
            <p:cNvSpPr/>
            <p:nvPr/>
          </p:nvSpPr>
          <p:spPr>
            <a:xfrm>
              <a:off x="249180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
            <p:cNvSpPr/>
            <p:nvPr/>
          </p:nvSpPr>
          <p:spPr>
            <a:xfrm>
              <a:off x="249180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
            <p:cNvSpPr/>
            <p:nvPr/>
          </p:nvSpPr>
          <p:spPr>
            <a:xfrm>
              <a:off x="249180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
            <p:cNvSpPr/>
            <p:nvPr/>
          </p:nvSpPr>
          <p:spPr>
            <a:xfrm>
              <a:off x="249180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
            <p:cNvSpPr/>
            <p:nvPr/>
          </p:nvSpPr>
          <p:spPr>
            <a:xfrm>
              <a:off x="249180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
            <p:cNvSpPr/>
            <p:nvPr/>
          </p:nvSpPr>
          <p:spPr>
            <a:xfrm>
              <a:off x="249180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
            <p:cNvSpPr/>
            <p:nvPr/>
          </p:nvSpPr>
          <p:spPr>
            <a:xfrm>
              <a:off x="249180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
            <p:cNvSpPr/>
            <p:nvPr/>
          </p:nvSpPr>
          <p:spPr>
            <a:xfrm>
              <a:off x="249180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
            <p:cNvSpPr/>
            <p:nvPr/>
          </p:nvSpPr>
          <p:spPr>
            <a:xfrm>
              <a:off x="249180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
            <p:cNvSpPr/>
            <p:nvPr/>
          </p:nvSpPr>
          <p:spPr>
            <a:xfrm>
              <a:off x="249180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
            <p:cNvSpPr/>
            <p:nvPr/>
          </p:nvSpPr>
          <p:spPr>
            <a:xfrm>
              <a:off x="249180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
            <p:cNvSpPr/>
            <p:nvPr/>
          </p:nvSpPr>
          <p:spPr>
            <a:xfrm>
              <a:off x="249180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
            <p:cNvSpPr/>
            <p:nvPr/>
          </p:nvSpPr>
          <p:spPr>
            <a:xfrm>
              <a:off x="249180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
            <p:cNvSpPr/>
            <p:nvPr/>
          </p:nvSpPr>
          <p:spPr>
            <a:xfrm>
              <a:off x="26423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
            <p:cNvSpPr/>
            <p:nvPr/>
          </p:nvSpPr>
          <p:spPr>
            <a:xfrm>
              <a:off x="26423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
            <p:cNvSpPr/>
            <p:nvPr/>
          </p:nvSpPr>
          <p:spPr>
            <a:xfrm>
              <a:off x="26423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
            <p:cNvSpPr/>
            <p:nvPr/>
          </p:nvSpPr>
          <p:spPr>
            <a:xfrm>
              <a:off x="26423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
            <p:cNvSpPr/>
            <p:nvPr/>
          </p:nvSpPr>
          <p:spPr>
            <a:xfrm>
              <a:off x="26423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
            <p:cNvSpPr/>
            <p:nvPr/>
          </p:nvSpPr>
          <p:spPr>
            <a:xfrm>
              <a:off x="26423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
            <p:cNvSpPr/>
            <p:nvPr/>
          </p:nvSpPr>
          <p:spPr>
            <a:xfrm>
              <a:off x="26423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
            <p:cNvSpPr/>
            <p:nvPr/>
          </p:nvSpPr>
          <p:spPr>
            <a:xfrm>
              <a:off x="26423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
            <p:cNvSpPr/>
            <p:nvPr/>
          </p:nvSpPr>
          <p:spPr>
            <a:xfrm>
              <a:off x="26423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
            <p:cNvSpPr/>
            <p:nvPr/>
          </p:nvSpPr>
          <p:spPr>
            <a:xfrm>
              <a:off x="26423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
            <p:cNvSpPr/>
            <p:nvPr/>
          </p:nvSpPr>
          <p:spPr>
            <a:xfrm>
              <a:off x="26423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
            <p:cNvSpPr/>
            <p:nvPr/>
          </p:nvSpPr>
          <p:spPr>
            <a:xfrm>
              <a:off x="26423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
            <p:cNvSpPr/>
            <p:nvPr/>
          </p:nvSpPr>
          <p:spPr>
            <a:xfrm>
              <a:off x="26423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
            <p:cNvSpPr/>
            <p:nvPr/>
          </p:nvSpPr>
          <p:spPr>
            <a:xfrm>
              <a:off x="26423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
            <p:cNvSpPr/>
            <p:nvPr/>
          </p:nvSpPr>
          <p:spPr>
            <a:xfrm>
              <a:off x="26423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
            <p:cNvSpPr/>
            <p:nvPr/>
          </p:nvSpPr>
          <p:spPr>
            <a:xfrm>
              <a:off x="26423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
            <p:cNvSpPr/>
            <p:nvPr/>
          </p:nvSpPr>
          <p:spPr>
            <a:xfrm>
              <a:off x="26423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
            <p:cNvSpPr/>
            <p:nvPr/>
          </p:nvSpPr>
          <p:spPr>
            <a:xfrm>
              <a:off x="26423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
            <p:cNvSpPr/>
            <p:nvPr/>
          </p:nvSpPr>
          <p:spPr>
            <a:xfrm>
              <a:off x="26423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
            <p:cNvSpPr/>
            <p:nvPr/>
          </p:nvSpPr>
          <p:spPr>
            <a:xfrm>
              <a:off x="26423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
            <p:cNvSpPr/>
            <p:nvPr/>
          </p:nvSpPr>
          <p:spPr>
            <a:xfrm>
              <a:off x="2792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
            <p:cNvSpPr/>
            <p:nvPr/>
          </p:nvSpPr>
          <p:spPr>
            <a:xfrm>
              <a:off x="2792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
            <p:cNvSpPr/>
            <p:nvPr/>
          </p:nvSpPr>
          <p:spPr>
            <a:xfrm>
              <a:off x="2792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
            <p:cNvSpPr/>
            <p:nvPr/>
          </p:nvSpPr>
          <p:spPr>
            <a:xfrm>
              <a:off x="2792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
            <p:cNvSpPr/>
            <p:nvPr/>
          </p:nvSpPr>
          <p:spPr>
            <a:xfrm>
              <a:off x="2792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
            <p:cNvSpPr/>
            <p:nvPr/>
          </p:nvSpPr>
          <p:spPr>
            <a:xfrm>
              <a:off x="2792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
            <p:cNvSpPr/>
            <p:nvPr/>
          </p:nvSpPr>
          <p:spPr>
            <a:xfrm>
              <a:off x="2792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
            <p:cNvSpPr/>
            <p:nvPr/>
          </p:nvSpPr>
          <p:spPr>
            <a:xfrm>
              <a:off x="2792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
            <p:cNvSpPr/>
            <p:nvPr/>
          </p:nvSpPr>
          <p:spPr>
            <a:xfrm>
              <a:off x="2792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
            <p:cNvSpPr/>
            <p:nvPr/>
          </p:nvSpPr>
          <p:spPr>
            <a:xfrm>
              <a:off x="2792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
            <p:cNvSpPr/>
            <p:nvPr/>
          </p:nvSpPr>
          <p:spPr>
            <a:xfrm>
              <a:off x="2792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
            <p:cNvSpPr/>
            <p:nvPr/>
          </p:nvSpPr>
          <p:spPr>
            <a:xfrm>
              <a:off x="2792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
            <p:cNvSpPr/>
            <p:nvPr/>
          </p:nvSpPr>
          <p:spPr>
            <a:xfrm>
              <a:off x="2792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
            <p:cNvSpPr/>
            <p:nvPr/>
          </p:nvSpPr>
          <p:spPr>
            <a:xfrm>
              <a:off x="2792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
            <p:cNvSpPr/>
            <p:nvPr/>
          </p:nvSpPr>
          <p:spPr>
            <a:xfrm>
              <a:off x="2792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
            <p:cNvSpPr/>
            <p:nvPr/>
          </p:nvSpPr>
          <p:spPr>
            <a:xfrm>
              <a:off x="2792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
            <p:cNvSpPr/>
            <p:nvPr/>
          </p:nvSpPr>
          <p:spPr>
            <a:xfrm>
              <a:off x="2792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
            <p:cNvSpPr/>
            <p:nvPr/>
          </p:nvSpPr>
          <p:spPr>
            <a:xfrm>
              <a:off x="2792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
            <p:cNvSpPr/>
            <p:nvPr/>
          </p:nvSpPr>
          <p:spPr>
            <a:xfrm>
              <a:off x="294332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
            <p:cNvSpPr/>
            <p:nvPr/>
          </p:nvSpPr>
          <p:spPr>
            <a:xfrm>
              <a:off x="294332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
            <p:cNvSpPr/>
            <p:nvPr/>
          </p:nvSpPr>
          <p:spPr>
            <a:xfrm>
              <a:off x="294332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
            <p:cNvSpPr/>
            <p:nvPr/>
          </p:nvSpPr>
          <p:spPr>
            <a:xfrm>
              <a:off x="294332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
            <p:cNvSpPr/>
            <p:nvPr/>
          </p:nvSpPr>
          <p:spPr>
            <a:xfrm>
              <a:off x="294332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
            <p:cNvSpPr/>
            <p:nvPr/>
          </p:nvSpPr>
          <p:spPr>
            <a:xfrm>
              <a:off x="294332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
            <p:cNvSpPr/>
            <p:nvPr/>
          </p:nvSpPr>
          <p:spPr>
            <a:xfrm>
              <a:off x="294332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
            <p:cNvSpPr/>
            <p:nvPr/>
          </p:nvSpPr>
          <p:spPr>
            <a:xfrm>
              <a:off x="294332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
            <p:cNvSpPr/>
            <p:nvPr/>
          </p:nvSpPr>
          <p:spPr>
            <a:xfrm>
              <a:off x="294332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
            <p:cNvSpPr/>
            <p:nvPr/>
          </p:nvSpPr>
          <p:spPr>
            <a:xfrm>
              <a:off x="294332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
            <p:cNvSpPr/>
            <p:nvPr/>
          </p:nvSpPr>
          <p:spPr>
            <a:xfrm>
              <a:off x="294332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
            <p:cNvSpPr/>
            <p:nvPr/>
          </p:nvSpPr>
          <p:spPr>
            <a:xfrm>
              <a:off x="294332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
            <p:cNvSpPr/>
            <p:nvPr/>
          </p:nvSpPr>
          <p:spPr>
            <a:xfrm>
              <a:off x="294332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
            <p:cNvSpPr/>
            <p:nvPr/>
          </p:nvSpPr>
          <p:spPr>
            <a:xfrm>
              <a:off x="294332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
            <p:cNvSpPr/>
            <p:nvPr/>
          </p:nvSpPr>
          <p:spPr>
            <a:xfrm>
              <a:off x="294332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
            <p:cNvSpPr/>
            <p:nvPr/>
          </p:nvSpPr>
          <p:spPr>
            <a:xfrm>
              <a:off x="294332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
            <p:cNvSpPr/>
            <p:nvPr/>
          </p:nvSpPr>
          <p:spPr>
            <a:xfrm>
              <a:off x="294332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
            <p:cNvSpPr/>
            <p:nvPr/>
          </p:nvSpPr>
          <p:spPr>
            <a:xfrm>
              <a:off x="294332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
            <p:cNvSpPr/>
            <p:nvPr/>
          </p:nvSpPr>
          <p:spPr>
            <a:xfrm>
              <a:off x="309385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
            <p:cNvSpPr/>
            <p:nvPr/>
          </p:nvSpPr>
          <p:spPr>
            <a:xfrm>
              <a:off x="309385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
            <p:cNvSpPr/>
            <p:nvPr/>
          </p:nvSpPr>
          <p:spPr>
            <a:xfrm>
              <a:off x="309385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
            <p:cNvSpPr/>
            <p:nvPr/>
          </p:nvSpPr>
          <p:spPr>
            <a:xfrm>
              <a:off x="309385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
            <p:cNvSpPr/>
            <p:nvPr/>
          </p:nvSpPr>
          <p:spPr>
            <a:xfrm>
              <a:off x="309385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
            <p:cNvSpPr/>
            <p:nvPr/>
          </p:nvSpPr>
          <p:spPr>
            <a:xfrm>
              <a:off x="309385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
            <p:cNvSpPr/>
            <p:nvPr/>
          </p:nvSpPr>
          <p:spPr>
            <a:xfrm>
              <a:off x="309385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
            <p:cNvSpPr/>
            <p:nvPr/>
          </p:nvSpPr>
          <p:spPr>
            <a:xfrm>
              <a:off x="309385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
            <p:cNvSpPr/>
            <p:nvPr/>
          </p:nvSpPr>
          <p:spPr>
            <a:xfrm>
              <a:off x="309385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
            <p:cNvSpPr/>
            <p:nvPr/>
          </p:nvSpPr>
          <p:spPr>
            <a:xfrm>
              <a:off x="32443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
            <p:cNvSpPr/>
            <p:nvPr/>
          </p:nvSpPr>
          <p:spPr>
            <a:xfrm>
              <a:off x="32443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
            <p:cNvSpPr/>
            <p:nvPr/>
          </p:nvSpPr>
          <p:spPr>
            <a:xfrm>
              <a:off x="32443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
            <p:cNvSpPr/>
            <p:nvPr/>
          </p:nvSpPr>
          <p:spPr>
            <a:xfrm>
              <a:off x="32443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
            <p:cNvSpPr/>
            <p:nvPr/>
          </p:nvSpPr>
          <p:spPr>
            <a:xfrm>
              <a:off x="32443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
            <p:cNvSpPr/>
            <p:nvPr/>
          </p:nvSpPr>
          <p:spPr>
            <a:xfrm>
              <a:off x="32443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
            <p:cNvSpPr/>
            <p:nvPr/>
          </p:nvSpPr>
          <p:spPr>
            <a:xfrm>
              <a:off x="32443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
            <p:cNvSpPr/>
            <p:nvPr/>
          </p:nvSpPr>
          <p:spPr>
            <a:xfrm>
              <a:off x="32443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
            <p:cNvSpPr/>
            <p:nvPr/>
          </p:nvSpPr>
          <p:spPr>
            <a:xfrm>
              <a:off x="33948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
            <p:cNvSpPr/>
            <p:nvPr/>
          </p:nvSpPr>
          <p:spPr>
            <a:xfrm>
              <a:off x="33948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
            <p:cNvSpPr/>
            <p:nvPr/>
          </p:nvSpPr>
          <p:spPr>
            <a:xfrm>
              <a:off x="33948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
            <p:cNvSpPr/>
            <p:nvPr/>
          </p:nvSpPr>
          <p:spPr>
            <a:xfrm>
              <a:off x="33948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
            <p:cNvSpPr/>
            <p:nvPr/>
          </p:nvSpPr>
          <p:spPr>
            <a:xfrm>
              <a:off x="33948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
            <p:cNvSpPr/>
            <p:nvPr/>
          </p:nvSpPr>
          <p:spPr>
            <a:xfrm>
              <a:off x="33948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
            <p:cNvSpPr/>
            <p:nvPr/>
          </p:nvSpPr>
          <p:spPr>
            <a:xfrm>
              <a:off x="35453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
            <p:cNvSpPr/>
            <p:nvPr/>
          </p:nvSpPr>
          <p:spPr>
            <a:xfrm>
              <a:off x="35453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
            <p:cNvSpPr/>
            <p:nvPr/>
          </p:nvSpPr>
          <p:spPr>
            <a:xfrm>
              <a:off x="35453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2" name="Google Shape;422;p2"/>
          <p:cNvGrpSpPr/>
          <p:nvPr/>
        </p:nvGrpSpPr>
        <p:grpSpPr>
          <a:xfrm rot="10800000">
            <a:off x="6367294" y="28698"/>
            <a:ext cx="2309820" cy="5086302"/>
            <a:chOff x="1287725" y="238125"/>
            <a:chExt cx="2379050" cy="5238750"/>
          </a:xfrm>
        </p:grpSpPr>
        <p:sp>
          <p:nvSpPr>
            <p:cNvPr id="423" name="Google Shape;423;p2"/>
            <p:cNvSpPr/>
            <p:nvPr/>
          </p:nvSpPr>
          <p:spPr>
            <a:xfrm>
              <a:off x="128772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
            <p:cNvSpPr/>
            <p:nvPr/>
          </p:nvSpPr>
          <p:spPr>
            <a:xfrm>
              <a:off x="12877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
            <p:cNvSpPr/>
            <p:nvPr/>
          </p:nvSpPr>
          <p:spPr>
            <a:xfrm>
              <a:off x="128772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
            <p:cNvSpPr/>
            <p:nvPr/>
          </p:nvSpPr>
          <p:spPr>
            <a:xfrm>
              <a:off x="12877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
            <p:cNvSpPr/>
            <p:nvPr/>
          </p:nvSpPr>
          <p:spPr>
            <a:xfrm>
              <a:off x="128772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
            <p:cNvSpPr/>
            <p:nvPr/>
          </p:nvSpPr>
          <p:spPr>
            <a:xfrm>
              <a:off x="12877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
            <p:cNvSpPr/>
            <p:nvPr/>
          </p:nvSpPr>
          <p:spPr>
            <a:xfrm>
              <a:off x="12877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
            <p:cNvSpPr/>
            <p:nvPr/>
          </p:nvSpPr>
          <p:spPr>
            <a:xfrm>
              <a:off x="12877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
            <p:cNvSpPr/>
            <p:nvPr/>
          </p:nvSpPr>
          <p:spPr>
            <a:xfrm>
              <a:off x="128772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
            <p:cNvSpPr/>
            <p:nvPr/>
          </p:nvSpPr>
          <p:spPr>
            <a:xfrm>
              <a:off x="12877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
            <p:cNvSpPr/>
            <p:nvPr/>
          </p:nvSpPr>
          <p:spPr>
            <a:xfrm>
              <a:off x="128772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
            <p:cNvSpPr/>
            <p:nvPr/>
          </p:nvSpPr>
          <p:spPr>
            <a:xfrm>
              <a:off x="12877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
            <p:cNvSpPr/>
            <p:nvPr/>
          </p:nvSpPr>
          <p:spPr>
            <a:xfrm>
              <a:off x="128772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
            <p:cNvSpPr/>
            <p:nvPr/>
          </p:nvSpPr>
          <p:spPr>
            <a:xfrm>
              <a:off x="12877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
            <p:cNvSpPr/>
            <p:nvPr/>
          </p:nvSpPr>
          <p:spPr>
            <a:xfrm>
              <a:off x="12877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
            <p:cNvSpPr/>
            <p:nvPr/>
          </p:nvSpPr>
          <p:spPr>
            <a:xfrm>
              <a:off x="14382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
            <p:cNvSpPr/>
            <p:nvPr/>
          </p:nvSpPr>
          <p:spPr>
            <a:xfrm>
              <a:off x="14382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
            <p:cNvSpPr/>
            <p:nvPr/>
          </p:nvSpPr>
          <p:spPr>
            <a:xfrm>
              <a:off x="14382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
            <p:cNvSpPr/>
            <p:nvPr/>
          </p:nvSpPr>
          <p:spPr>
            <a:xfrm>
              <a:off x="14382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
            <p:cNvSpPr/>
            <p:nvPr/>
          </p:nvSpPr>
          <p:spPr>
            <a:xfrm>
              <a:off x="15887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
            <p:cNvSpPr/>
            <p:nvPr/>
          </p:nvSpPr>
          <p:spPr>
            <a:xfrm>
              <a:off x="15887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
            <p:cNvSpPr/>
            <p:nvPr/>
          </p:nvSpPr>
          <p:spPr>
            <a:xfrm>
              <a:off x="15887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
            <p:cNvSpPr/>
            <p:nvPr/>
          </p:nvSpPr>
          <p:spPr>
            <a:xfrm>
              <a:off x="15887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
            <p:cNvSpPr/>
            <p:nvPr/>
          </p:nvSpPr>
          <p:spPr>
            <a:xfrm>
              <a:off x="15887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
            <p:cNvSpPr/>
            <p:nvPr/>
          </p:nvSpPr>
          <p:spPr>
            <a:xfrm>
              <a:off x="15887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
            <p:cNvSpPr/>
            <p:nvPr/>
          </p:nvSpPr>
          <p:spPr>
            <a:xfrm>
              <a:off x="15887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
            <p:cNvSpPr/>
            <p:nvPr/>
          </p:nvSpPr>
          <p:spPr>
            <a:xfrm>
              <a:off x="15887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
            <p:cNvSpPr/>
            <p:nvPr/>
          </p:nvSpPr>
          <p:spPr>
            <a:xfrm>
              <a:off x="15887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
            <p:cNvSpPr/>
            <p:nvPr/>
          </p:nvSpPr>
          <p:spPr>
            <a:xfrm>
              <a:off x="15887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
            <p:cNvSpPr/>
            <p:nvPr/>
          </p:nvSpPr>
          <p:spPr>
            <a:xfrm>
              <a:off x="17392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
            <p:cNvSpPr/>
            <p:nvPr/>
          </p:nvSpPr>
          <p:spPr>
            <a:xfrm>
              <a:off x="17392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
            <p:cNvSpPr/>
            <p:nvPr/>
          </p:nvSpPr>
          <p:spPr>
            <a:xfrm>
              <a:off x="17392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
            <p:cNvSpPr/>
            <p:nvPr/>
          </p:nvSpPr>
          <p:spPr>
            <a:xfrm>
              <a:off x="17392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
            <p:cNvSpPr/>
            <p:nvPr/>
          </p:nvSpPr>
          <p:spPr>
            <a:xfrm>
              <a:off x="17392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
            <p:cNvSpPr/>
            <p:nvPr/>
          </p:nvSpPr>
          <p:spPr>
            <a:xfrm>
              <a:off x="17392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
            <p:cNvSpPr/>
            <p:nvPr/>
          </p:nvSpPr>
          <p:spPr>
            <a:xfrm>
              <a:off x="17392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
            <p:cNvSpPr/>
            <p:nvPr/>
          </p:nvSpPr>
          <p:spPr>
            <a:xfrm>
              <a:off x="17392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
            <p:cNvSpPr/>
            <p:nvPr/>
          </p:nvSpPr>
          <p:spPr>
            <a:xfrm>
              <a:off x="17392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
            <p:cNvSpPr/>
            <p:nvPr/>
          </p:nvSpPr>
          <p:spPr>
            <a:xfrm>
              <a:off x="17392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
            <p:cNvSpPr/>
            <p:nvPr/>
          </p:nvSpPr>
          <p:spPr>
            <a:xfrm>
              <a:off x="17392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
            <p:cNvSpPr/>
            <p:nvPr/>
          </p:nvSpPr>
          <p:spPr>
            <a:xfrm>
              <a:off x="17392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
            <p:cNvSpPr/>
            <p:nvPr/>
          </p:nvSpPr>
          <p:spPr>
            <a:xfrm>
              <a:off x="17392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
            <p:cNvSpPr/>
            <p:nvPr/>
          </p:nvSpPr>
          <p:spPr>
            <a:xfrm>
              <a:off x="17392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
            <p:cNvSpPr/>
            <p:nvPr/>
          </p:nvSpPr>
          <p:spPr>
            <a:xfrm>
              <a:off x="17392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
            <p:cNvSpPr/>
            <p:nvPr/>
          </p:nvSpPr>
          <p:spPr>
            <a:xfrm>
              <a:off x="17392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
            <p:cNvSpPr/>
            <p:nvPr/>
          </p:nvSpPr>
          <p:spPr>
            <a:xfrm>
              <a:off x="17392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
            <p:cNvSpPr/>
            <p:nvPr/>
          </p:nvSpPr>
          <p:spPr>
            <a:xfrm>
              <a:off x="188975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
            <p:cNvSpPr/>
            <p:nvPr/>
          </p:nvSpPr>
          <p:spPr>
            <a:xfrm>
              <a:off x="188975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
            <p:cNvSpPr/>
            <p:nvPr/>
          </p:nvSpPr>
          <p:spPr>
            <a:xfrm>
              <a:off x="18897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
            <p:cNvSpPr/>
            <p:nvPr/>
          </p:nvSpPr>
          <p:spPr>
            <a:xfrm>
              <a:off x="188975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
            <p:cNvSpPr/>
            <p:nvPr/>
          </p:nvSpPr>
          <p:spPr>
            <a:xfrm>
              <a:off x="18897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
            <p:cNvSpPr/>
            <p:nvPr/>
          </p:nvSpPr>
          <p:spPr>
            <a:xfrm>
              <a:off x="188975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
            <p:cNvSpPr/>
            <p:nvPr/>
          </p:nvSpPr>
          <p:spPr>
            <a:xfrm>
              <a:off x="188975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
            <p:cNvSpPr/>
            <p:nvPr/>
          </p:nvSpPr>
          <p:spPr>
            <a:xfrm>
              <a:off x="188975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
            <p:cNvSpPr/>
            <p:nvPr/>
          </p:nvSpPr>
          <p:spPr>
            <a:xfrm>
              <a:off x="18897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
            <p:cNvSpPr/>
            <p:nvPr/>
          </p:nvSpPr>
          <p:spPr>
            <a:xfrm>
              <a:off x="188975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
            <p:cNvSpPr/>
            <p:nvPr/>
          </p:nvSpPr>
          <p:spPr>
            <a:xfrm>
              <a:off x="188975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
            <p:cNvSpPr/>
            <p:nvPr/>
          </p:nvSpPr>
          <p:spPr>
            <a:xfrm>
              <a:off x="204027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
            <p:cNvSpPr/>
            <p:nvPr/>
          </p:nvSpPr>
          <p:spPr>
            <a:xfrm>
              <a:off x="204027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
            <p:cNvSpPr/>
            <p:nvPr/>
          </p:nvSpPr>
          <p:spPr>
            <a:xfrm>
              <a:off x="204027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
            <p:cNvSpPr/>
            <p:nvPr/>
          </p:nvSpPr>
          <p:spPr>
            <a:xfrm>
              <a:off x="204027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
            <p:cNvSpPr/>
            <p:nvPr/>
          </p:nvSpPr>
          <p:spPr>
            <a:xfrm>
              <a:off x="204027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
            <p:cNvSpPr/>
            <p:nvPr/>
          </p:nvSpPr>
          <p:spPr>
            <a:xfrm>
              <a:off x="204027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
            <p:cNvSpPr/>
            <p:nvPr/>
          </p:nvSpPr>
          <p:spPr>
            <a:xfrm>
              <a:off x="204027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
            <p:cNvSpPr/>
            <p:nvPr/>
          </p:nvSpPr>
          <p:spPr>
            <a:xfrm>
              <a:off x="204027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
            <p:cNvSpPr/>
            <p:nvPr/>
          </p:nvSpPr>
          <p:spPr>
            <a:xfrm>
              <a:off x="204027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
            <p:cNvSpPr/>
            <p:nvPr/>
          </p:nvSpPr>
          <p:spPr>
            <a:xfrm>
              <a:off x="204027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
            <p:cNvSpPr/>
            <p:nvPr/>
          </p:nvSpPr>
          <p:spPr>
            <a:xfrm>
              <a:off x="204027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
            <p:cNvSpPr/>
            <p:nvPr/>
          </p:nvSpPr>
          <p:spPr>
            <a:xfrm>
              <a:off x="204027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
            <p:cNvSpPr/>
            <p:nvPr/>
          </p:nvSpPr>
          <p:spPr>
            <a:xfrm>
              <a:off x="204027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
            <p:cNvSpPr/>
            <p:nvPr/>
          </p:nvSpPr>
          <p:spPr>
            <a:xfrm>
              <a:off x="21907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
            <p:cNvSpPr/>
            <p:nvPr/>
          </p:nvSpPr>
          <p:spPr>
            <a:xfrm>
              <a:off x="21907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
            <p:cNvSpPr/>
            <p:nvPr/>
          </p:nvSpPr>
          <p:spPr>
            <a:xfrm>
              <a:off x="21907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
            <p:cNvSpPr/>
            <p:nvPr/>
          </p:nvSpPr>
          <p:spPr>
            <a:xfrm>
              <a:off x="21907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
            <p:cNvSpPr/>
            <p:nvPr/>
          </p:nvSpPr>
          <p:spPr>
            <a:xfrm>
              <a:off x="21907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
            <p:cNvSpPr/>
            <p:nvPr/>
          </p:nvSpPr>
          <p:spPr>
            <a:xfrm>
              <a:off x="2190775"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
            <p:cNvSpPr/>
            <p:nvPr/>
          </p:nvSpPr>
          <p:spPr>
            <a:xfrm>
              <a:off x="21907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
            <p:cNvSpPr/>
            <p:nvPr/>
          </p:nvSpPr>
          <p:spPr>
            <a:xfrm>
              <a:off x="21907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
            <p:cNvSpPr/>
            <p:nvPr/>
          </p:nvSpPr>
          <p:spPr>
            <a:xfrm>
              <a:off x="2190775"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
            <p:cNvSpPr/>
            <p:nvPr/>
          </p:nvSpPr>
          <p:spPr>
            <a:xfrm>
              <a:off x="23413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
            <p:cNvSpPr/>
            <p:nvPr/>
          </p:nvSpPr>
          <p:spPr>
            <a:xfrm>
              <a:off x="23413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
            <p:cNvSpPr/>
            <p:nvPr/>
          </p:nvSpPr>
          <p:spPr>
            <a:xfrm>
              <a:off x="23413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
            <p:cNvSpPr/>
            <p:nvPr/>
          </p:nvSpPr>
          <p:spPr>
            <a:xfrm>
              <a:off x="23413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
            <p:cNvSpPr/>
            <p:nvPr/>
          </p:nvSpPr>
          <p:spPr>
            <a:xfrm>
              <a:off x="23413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
            <p:cNvSpPr/>
            <p:nvPr/>
          </p:nvSpPr>
          <p:spPr>
            <a:xfrm>
              <a:off x="23413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
            <p:cNvSpPr/>
            <p:nvPr/>
          </p:nvSpPr>
          <p:spPr>
            <a:xfrm>
              <a:off x="23413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
            <p:cNvSpPr/>
            <p:nvPr/>
          </p:nvSpPr>
          <p:spPr>
            <a:xfrm>
              <a:off x="23413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
            <p:cNvSpPr/>
            <p:nvPr/>
          </p:nvSpPr>
          <p:spPr>
            <a:xfrm>
              <a:off x="249180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
            <p:cNvSpPr/>
            <p:nvPr/>
          </p:nvSpPr>
          <p:spPr>
            <a:xfrm>
              <a:off x="249180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
            <p:cNvSpPr/>
            <p:nvPr/>
          </p:nvSpPr>
          <p:spPr>
            <a:xfrm>
              <a:off x="249180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
            <p:cNvSpPr/>
            <p:nvPr/>
          </p:nvSpPr>
          <p:spPr>
            <a:xfrm>
              <a:off x="249180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
            <p:cNvSpPr/>
            <p:nvPr/>
          </p:nvSpPr>
          <p:spPr>
            <a:xfrm>
              <a:off x="24918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
            <p:cNvSpPr/>
            <p:nvPr/>
          </p:nvSpPr>
          <p:spPr>
            <a:xfrm>
              <a:off x="26423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
            <p:cNvSpPr/>
            <p:nvPr/>
          </p:nvSpPr>
          <p:spPr>
            <a:xfrm>
              <a:off x="26423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
            <p:cNvSpPr/>
            <p:nvPr/>
          </p:nvSpPr>
          <p:spPr>
            <a:xfrm>
              <a:off x="26423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
            <p:cNvSpPr/>
            <p:nvPr/>
          </p:nvSpPr>
          <p:spPr>
            <a:xfrm>
              <a:off x="26423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
            <p:cNvSpPr/>
            <p:nvPr/>
          </p:nvSpPr>
          <p:spPr>
            <a:xfrm>
              <a:off x="26423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
            <p:cNvSpPr/>
            <p:nvPr/>
          </p:nvSpPr>
          <p:spPr>
            <a:xfrm>
              <a:off x="2792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
            <p:cNvSpPr/>
            <p:nvPr/>
          </p:nvSpPr>
          <p:spPr>
            <a:xfrm>
              <a:off x="294332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
            <p:cNvSpPr/>
            <p:nvPr/>
          </p:nvSpPr>
          <p:spPr>
            <a:xfrm>
              <a:off x="294332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
            <p:cNvSpPr/>
            <p:nvPr/>
          </p:nvSpPr>
          <p:spPr>
            <a:xfrm>
              <a:off x="309385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
            <p:cNvSpPr/>
            <p:nvPr/>
          </p:nvSpPr>
          <p:spPr>
            <a:xfrm>
              <a:off x="33948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
            <p:cNvSpPr/>
            <p:nvPr/>
          </p:nvSpPr>
          <p:spPr>
            <a:xfrm>
              <a:off x="35453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1563"/>
        <p:cNvGrpSpPr/>
        <p:nvPr/>
      </p:nvGrpSpPr>
      <p:grpSpPr>
        <a:xfrm>
          <a:off x="0" y="0"/>
          <a:ext cx="0" cy="0"/>
          <a:chOff x="0" y="0"/>
          <a:chExt cx="0" cy="0"/>
        </a:xfrm>
      </p:grpSpPr>
      <p:sp>
        <p:nvSpPr>
          <p:cNvPr id="1564" name="Google Shape;1564;p5"/>
          <p:cNvSpPr txBox="1">
            <a:spLocks noGrp="1"/>
          </p:cNvSpPr>
          <p:nvPr>
            <p:ph type="title"/>
          </p:nvPr>
        </p:nvSpPr>
        <p:spPr>
          <a:xfrm>
            <a:off x="718300" y="739375"/>
            <a:ext cx="6761100" cy="857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565" name="Google Shape;1565;p5"/>
          <p:cNvSpPr txBox="1">
            <a:spLocks noGrp="1"/>
          </p:cNvSpPr>
          <p:nvPr>
            <p:ph type="body" idx="1"/>
          </p:nvPr>
        </p:nvSpPr>
        <p:spPr>
          <a:xfrm>
            <a:off x="718300" y="1733550"/>
            <a:ext cx="6761100" cy="2980500"/>
          </a:xfrm>
          <a:prstGeom prst="rect">
            <a:avLst/>
          </a:prstGeom>
        </p:spPr>
        <p:txBody>
          <a:bodyPr spcFirstLastPara="1" wrap="square" lIns="91425" tIns="91425" rIns="91425" bIns="91425" anchor="t" anchorCtr="0">
            <a:noAutofit/>
          </a:bodyPr>
          <a:lstStyle>
            <a:lvl1pPr marL="457200" lvl="0" indent="-381000">
              <a:spcBef>
                <a:spcPts val="600"/>
              </a:spcBef>
              <a:spcAft>
                <a:spcPts val="0"/>
              </a:spcAft>
              <a:buSzPts val="24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a:lvl4pPr>
            <a:lvl5pPr marL="2286000" lvl="4" indent="-381000">
              <a:spcBef>
                <a:spcPts val="0"/>
              </a:spcBef>
              <a:spcAft>
                <a:spcPts val="0"/>
              </a:spcAft>
              <a:buSzPts val="2400"/>
              <a:buChar char="▫"/>
              <a:defRPr/>
            </a:lvl5pPr>
            <a:lvl6pPr marL="2743200" lvl="5" indent="-381000">
              <a:spcBef>
                <a:spcPts val="0"/>
              </a:spcBef>
              <a:spcAft>
                <a:spcPts val="0"/>
              </a:spcAft>
              <a:buSzPts val="2400"/>
              <a:buChar char="▫"/>
              <a:defRPr/>
            </a:lvl6pPr>
            <a:lvl7pPr marL="3200400" lvl="6" indent="-381000">
              <a:spcBef>
                <a:spcPts val="0"/>
              </a:spcBef>
              <a:spcAft>
                <a:spcPts val="0"/>
              </a:spcAft>
              <a:buSzPts val="2400"/>
              <a:buChar char="●"/>
              <a:defRPr/>
            </a:lvl7pPr>
            <a:lvl8pPr marL="3657600" lvl="7" indent="-381000">
              <a:spcBef>
                <a:spcPts val="0"/>
              </a:spcBef>
              <a:spcAft>
                <a:spcPts val="0"/>
              </a:spcAft>
              <a:buSzPts val="2400"/>
              <a:buChar char="○"/>
              <a:defRPr/>
            </a:lvl8pPr>
            <a:lvl9pPr marL="4114800" lvl="8" indent="-381000">
              <a:spcBef>
                <a:spcPts val="0"/>
              </a:spcBef>
              <a:spcAft>
                <a:spcPts val="0"/>
              </a:spcAft>
              <a:buSzPts val="2400"/>
              <a:buChar char="■"/>
              <a:defRPr/>
            </a:lvl9pPr>
          </a:lstStyle>
          <a:p>
            <a:endParaRPr/>
          </a:p>
        </p:txBody>
      </p:sp>
      <p:grpSp>
        <p:nvGrpSpPr>
          <p:cNvPr id="1566" name="Google Shape;1566;p5"/>
          <p:cNvGrpSpPr/>
          <p:nvPr/>
        </p:nvGrpSpPr>
        <p:grpSpPr>
          <a:xfrm rot="10800000">
            <a:off x="8851487" y="28707"/>
            <a:ext cx="264012" cy="5086302"/>
            <a:chOff x="5307800" y="238125"/>
            <a:chExt cx="271925" cy="5238750"/>
          </a:xfrm>
        </p:grpSpPr>
        <p:sp>
          <p:nvSpPr>
            <p:cNvPr id="1567" name="Google Shape;1567;p5"/>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4" name="Google Shape;1624;p5"/>
          <p:cNvGrpSpPr/>
          <p:nvPr/>
        </p:nvGrpSpPr>
        <p:grpSpPr>
          <a:xfrm rot="10800000">
            <a:off x="7828571" y="28707"/>
            <a:ext cx="1140783" cy="5086302"/>
            <a:chOff x="5458325" y="238125"/>
            <a:chExt cx="1174975" cy="5238750"/>
          </a:xfrm>
        </p:grpSpPr>
        <p:sp>
          <p:nvSpPr>
            <p:cNvPr id="1625" name="Google Shape;1625;p5"/>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5"/>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5"/>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5"/>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5"/>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5"/>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5"/>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5"/>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5"/>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5"/>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5"/>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5"/>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5"/>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5"/>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5"/>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5"/>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5"/>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5"/>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5"/>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5"/>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5"/>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5"/>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5"/>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5"/>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5"/>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5"/>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5"/>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5"/>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5"/>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5"/>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5"/>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5"/>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5"/>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5"/>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5"/>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5"/>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5"/>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7" name="Google Shape;1687;p5"/>
          <p:cNvGrpSpPr/>
          <p:nvPr/>
        </p:nvGrpSpPr>
        <p:grpSpPr>
          <a:xfrm rot="10800000">
            <a:off x="7682451" y="28707"/>
            <a:ext cx="994639" cy="4940182"/>
            <a:chOff x="5759350" y="388625"/>
            <a:chExt cx="1024450" cy="5088250"/>
          </a:xfrm>
        </p:grpSpPr>
        <p:sp>
          <p:nvSpPr>
            <p:cNvPr id="1688" name="Google Shape;1688;p5"/>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5"/>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5"/>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5"/>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5"/>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5"/>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5"/>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5"/>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5"/>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5"/>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5"/>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5"/>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5"/>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5"/>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5"/>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5"/>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5"/>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5"/>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5"/>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5"/>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5"/>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5"/>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5"/>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5"/>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5"/>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5"/>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5"/>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5"/>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5"/>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5"/>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5"/>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5"/>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5"/>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5"/>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5"/>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5"/>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5"/>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5"/>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5"/>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5"/>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5"/>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5"/>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5"/>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5"/>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5"/>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5"/>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5"/>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5"/>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5"/>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5"/>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5"/>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5"/>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5"/>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5"/>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5"/>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5"/>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5"/>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5"/>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5"/>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5"/>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5"/>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5"/>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5"/>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5"/>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5"/>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5"/>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5"/>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5"/>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5"/>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5"/>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5"/>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5"/>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5"/>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5"/>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5"/>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5"/>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5"/>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5"/>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5"/>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5"/>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5"/>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5"/>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5"/>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5"/>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5"/>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5"/>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5"/>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5"/>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5"/>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5"/>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5"/>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5"/>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5"/>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5"/>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5"/>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5"/>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5"/>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5"/>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5"/>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5"/>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5"/>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9" name="Google Shape;1789;p5"/>
          <p:cNvGrpSpPr/>
          <p:nvPr/>
        </p:nvGrpSpPr>
        <p:grpSpPr>
          <a:xfrm rot="10800000">
            <a:off x="7682451" y="28707"/>
            <a:ext cx="1140783" cy="5086302"/>
            <a:chOff x="5608825" y="238125"/>
            <a:chExt cx="1174975" cy="5238750"/>
          </a:xfrm>
        </p:grpSpPr>
        <p:sp>
          <p:nvSpPr>
            <p:cNvPr id="1790" name="Google Shape;1790;p5"/>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5"/>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5"/>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5"/>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5"/>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5"/>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5"/>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5"/>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5"/>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5"/>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5"/>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5"/>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5"/>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5"/>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5"/>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5"/>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5"/>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5"/>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5"/>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5"/>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5"/>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5"/>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5"/>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5"/>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5"/>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5"/>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5"/>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5"/>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5"/>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5"/>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5"/>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5"/>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5"/>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5"/>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5"/>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5"/>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5"/>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5"/>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5"/>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5"/>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5"/>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5"/>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5"/>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5"/>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5"/>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5"/>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5"/>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5"/>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5"/>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5"/>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40" name="Google Shape;1840;p5"/>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1841"/>
        <p:cNvGrpSpPr/>
        <p:nvPr/>
      </p:nvGrpSpPr>
      <p:grpSpPr>
        <a:xfrm>
          <a:off x="0" y="0"/>
          <a:ext cx="0" cy="0"/>
          <a:chOff x="0" y="0"/>
          <a:chExt cx="0" cy="0"/>
        </a:xfrm>
      </p:grpSpPr>
      <p:sp>
        <p:nvSpPr>
          <p:cNvPr id="1842" name="Google Shape;1842;p6"/>
          <p:cNvSpPr txBox="1">
            <a:spLocks noGrp="1"/>
          </p:cNvSpPr>
          <p:nvPr>
            <p:ph type="title"/>
          </p:nvPr>
        </p:nvSpPr>
        <p:spPr>
          <a:xfrm>
            <a:off x="718300" y="739375"/>
            <a:ext cx="6761100" cy="857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843" name="Google Shape;1843;p6"/>
          <p:cNvSpPr txBox="1">
            <a:spLocks noGrp="1"/>
          </p:cNvSpPr>
          <p:nvPr>
            <p:ph type="body" idx="1"/>
          </p:nvPr>
        </p:nvSpPr>
        <p:spPr>
          <a:xfrm>
            <a:off x="718300" y="1762650"/>
            <a:ext cx="3242400" cy="30870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1844" name="Google Shape;1844;p6"/>
          <p:cNvSpPr txBox="1">
            <a:spLocks noGrp="1"/>
          </p:cNvSpPr>
          <p:nvPr>
            <p:ph type="body" idx="2"/>
          </p:nvPr>
        </p:nvSpPr>
        <p:spPr>
          <a:xfrm>
            <a:off x="4156071" y="1762650"/>
            <a:ext cx="3242400" cy="30870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1845" name="Google Shape;1845;p6"/>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grpSp>
        <p:nvGrpSpPr>
          <p:cNvPr id="1846" name="Google Shape;1846;p6"/>
          <p:cNvGrpSpPr/>
          <p:nvPr/>
        </p:nvGrpSpPr>
        <p:grpSpPr>
          <a:xfrm rot="10800000">
            <a:off x="8851487" y="28707"/>
            <a:ext cx="264012" cy="5086302"/>
            <a:chOff x="5307800" y="238125"/>
            <a:chExt cx="271925" cy="5238750"/>
          </a:xfrm>
        </p:grpSpPr>
        <p:sp>
          <p:nvSpPr>
            <p:cNvPr id="1847" name="Google Shape;1847;p6"/>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6"/>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6"/>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6"/>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6"/>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6"/>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6"/>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6"/>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6"/>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6"/>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6"/>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6"/>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6"/>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6"/>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6"/>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6"/>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6"/>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6"/>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6"/>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6"/>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6"/>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6"/>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6"/>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6"/>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6"/>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6"/>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6"/>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6"/>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6"/>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6"/>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6"/>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6"/>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6"/>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6"/>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6"/>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6"/>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6"/>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6"/>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6"/>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6"/>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6"/>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6"/>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6"/>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6"/>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6"/>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6"/>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6"/>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6"/>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6"/>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6"/>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6"/>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6"/>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6"/>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6"/>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6"/>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6"/>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6"/>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04" name="Google Shape;1904;p6"/>
          <p:cNvGrpSpPr/>
          <p:nvPr/>
        </p:nvGrpSpPr>
        <p:grpSpPr>
          <a:xfrm rot="10800000">
            <a:off x="7828571" y="28707"/>
            <a:ext cx="1140783" cy="5086302"/>
            <a:chOff x="5458325" y="238125"/>
            <a:chExt cx="1174975" cy="5238750"/>
          </a:xfrm>
        </p:grpSpPr>
        <p:sp>
          <p:nvSpPr>
            <p:cNvPr id="1905" name="Google Shape;1905;p6"/>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6"/>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6"/>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6"/>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6"/>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6"/>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6"/>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6"/>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6"/>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6"/>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6"/>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6"/>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6"/>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6"/>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6"/>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6"/>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6"/>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6"/>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6"/>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6"/>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6"/>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6"/>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6"/>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6"/>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6"/>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6"/>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6"/>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6"/>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6"/>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6"/>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6"/>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6"/>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6"/>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6"/>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6"/>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6"/>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6"/>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6"/>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6"/>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6"/>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6"/>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6"/>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6"/>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6"/>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6"/>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6"/>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6"/>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6"/>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6"/>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6"/>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6"/>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6"/>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6"/>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6"/>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6"/>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6"/>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6"/>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6"/>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6"/>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6"/>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6"/>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6"/>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7" name="Google Shape;1967;p6"/>
          <p:cNvGrpSpPr/>
          <p:nvPr/>
        </p:nvGrpSpPr>
        <p:grpSpPr>
          <a:xfrm rot="10800000">
            <a:off x="7682451" y="28707"/>
            <a:ext cx="994639" cy="4940182"/>
            <a:chOff x="5759350" y="388625"/>
            <a:chExt cx="1024450" cy="5088250"/>
          </a:xfrm>
        </p:grpSpPr>
        <p:sp>
          <p:nvSpPr>
            <p:cNvPr id="1968" name="Google Shape;1968;p6"/>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6"/>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6"/>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6"/>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6"/>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6"/>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6"/>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6"/>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6"/>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6"/>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6"/>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6"/>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6"/>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6"/>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6"/>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6"/>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6"/>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6"/>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6"/>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6"/>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6"/>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6"/>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6"/>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6"/>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6"/>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6"/>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6"/>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6"/>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6"/>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6"/>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6"/>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6"/>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6"/>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6"/>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6"/>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6"/>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6"/>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6"/>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6"/>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6"/>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6"/>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6"/>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6"/>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6"/>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6"/>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6"/>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6"/>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6"/>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6"/>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6"/>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6"/>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6"/>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6"/>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6"/>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6"/>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6"/>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6"/>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6"/>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6"/>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6"/>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6"/>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6"/>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6"/>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6"/>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6"/>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6"/>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6"/>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6"/>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6"/>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6"/>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6"/>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6"/>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6"/>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6"/>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6"/>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6"/>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6"/>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6"/>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6"/>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6"/>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6"/>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6"/>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6"/>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6"/>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6"/>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6"/>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6"/>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6"/>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6"/>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6"/>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6"/>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6"/>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6"/>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6"/>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6"/>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6"/>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6"/>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6"/>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6"/>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6"/>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6"/>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9" name="Google Shape;2069;p6"/>
          <p:cNvGrpSpPr/>
          <p:nvPr/>
        </p:nvGrpSpPr>
        <p:grpSpPr>
          <a:xfrm rot="10800000">
            <a:off x="7682451" y="28707"/>
            <a:ext cx="1140783" cy="5086302"/>
            <a:chOff x="5608825" y="238125"/>
            <a:chExt cx="1174975" cy="5238750"/>
          </a:xfrm>
        </p:grpSpPr>
        <p:sp>
          <p:nvSpPr>
            <p:cNvPr id="2070" name="Google Shape;2070;p6"/>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6"/>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6"/>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6"/>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6"/>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6"/>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6"/>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6"/>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6"/>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6"/>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6"/>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6"/>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6"/>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6"/>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6"/>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6"/>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6"/>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6"/>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6"/>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6"/>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6"/>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6"/>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6"/>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6"/>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6"/>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6"/>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6"/>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6"/>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6"/>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6"/>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6"/>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6"/>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6"/>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6"/>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6"/>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6"/>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6"/>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6"/>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6"/>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6"/>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6"/>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6"/>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6"/>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6"/>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6"/>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6"/>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6"/>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6"/>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6"/>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6"/>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00"/>
        <p:cNvGrpSpPr/>
        <p:nvPr/>
      </p:nvGrpSpPr>
      <p:grpSpPr>
        <a:xfrm>
          <a:off x="0" y="0"/>
          <a:ext cx="0" cy="0"/>
          <a:chOff x="0" y="0"/>
          <a:chExt cx="0" cy="0"/>
        </a:xfrm>
      </p:grpSpPr>
      <p:sp>
        <p:nvSpPr>
          <p:cNvPr id="2401" name="Google Shape;2401;p8"/>
          <p:cNvSpPr txBox="1">
            <a:spLocks noGrp="1"/>
          </p:cNvSpPr>
          <p:nvPr>
            <p:ph type="title"/>
          </p:nvPr>
        </p:nvSpPr>
        <p:spPr>
          <a:xfrm>
            <a:off x="718300" y="739375"/>
            <a:ext cx="6761100" cy="857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402" name="Google Shape;2402;p8"/>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grpSp>
        <p:nvGrpSpPr>
          <p:cNvPr id="2403" name="Google Shape;2403;p8"/>
          <p:cNvGrpSpPr/>
          <p:nvPr/>
        </p:nvGrpSpPr>
        <p:grpSpPr>
          <a:xfrm rot="10800000">
            <a:off x="8851487" y="28707"/>
            <a:ext cx="264012" cy="5086302"/>
            <a:chOff x="5307800" y="238125"/>
            <a:chExt cx="271925" cy="5238750"/>
          </a:xfrm>
        </p:grpSpPr>
        <p:sp>
          <p:nvSpPr>
            <p:cNvPr id="2404" name="Google Shape;2404;p8"/>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8"/>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8"/>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8"/>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8"/>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8"/>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8"/>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8"/>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8"/>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8"/>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8"/>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8"/>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8"/>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8"/>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8"/>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8"/>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8"/>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8"/>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8"/>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8"/>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8"/>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8"/>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8"/>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8"/>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8"/>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8"/>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8"/>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8"/>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8"/>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8"/>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8"/>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8"/>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8"/>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8"/>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8"/>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8"/>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8"/>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8"/>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8"/>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8"/>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8"/>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8"/>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8"/>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8"/>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8"/>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8"/>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8"/>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8"/>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8"/>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8"/>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8"/>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8"/>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8"/>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8"/>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8"/>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8"/>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8"/>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61" name="Google Shape;2461;p8"/>
          <p:cNvGrpSpPr/>
          <p:nvPr/>
        </p:nvGrpSpPr>
        <p:grpSpPr>
          <a:xfrm rot="10800000">
            <a:off x="7828571" y="28707"/>
            <a:ext cx="1140783" cy="5086302"/>
            <a:chOff x="5458325" y="238125"/>
            <a:chExt cx="1174975" cy="5238750"/>
          </a:xfrm>
        </p:grpSpPr>
        <p:sp>
          <p:nvSpPr>
            <p:cNvPr id="2462" name="Google Shape;2462;p8"/>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8"/>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8"/>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8"/>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8"/>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8"/>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8"/>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8"/>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8"/>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8"/>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8"/>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8"/>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8"/>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8"/>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8"/>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8"/>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8"/>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8"/>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8"/>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8"/>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8"/>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8"/>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8"/>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8"/>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8"/>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8"/>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8"/>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8"/>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8"/>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8"/>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8"/>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8"/>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8"/>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8"/>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8"/>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8"/>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8"/>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8"/>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8"/>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8"/>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8"/>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8"/>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8"/>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8"/>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8"/>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8"/>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8"/>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8"/>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8"/>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8"/>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8"/>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8"/>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8"/>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8"/>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8"/>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8"/>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8"/>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8"/>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8"/>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8"/>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8"/>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8"/>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24" name="Google Shape;2524;p8"/>
          <p:cNvGrpSpPr/>
          <p:nvPr/>
        </p:nvGrpSpPr>
        <p:grpSpPr>
          <a:xfrm rot="10800000">
            <a:off x="7682451" y="28707"/>
            <a:ext cx="994639" cy="4940182"/>
            <a:chOff x="5759350" y="388625"/>
            <a:chExt cx="1024450" cy="5088250"/>
          </a:xfrm>
        </p:grpSpPr>
        <p:sp>
          <p:nvSpPr>
            <p:cNvPr id="2525" name="Google Shape;2525;p8"/>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8"/>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8"/>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8"/>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8"/>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8"/>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8"/>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8"/>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8"/>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8"/>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8"/>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8"/>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8"/>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8"/>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8"/>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8"/>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8"/>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8"/>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8"/>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8"/>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8"/>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8"/>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8"/>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8"/>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8"/>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8"/>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8"/>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8"/>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8"/>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8"/>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8"/>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8"/>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8"/>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8"/>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8"/>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8"/>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8"/>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8"/>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8"/>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8"/>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8"/>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8"/>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8"/>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8"/>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8"/>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8"/>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8"/>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8"/>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8"/>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8"/>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8"/>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8"/>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8"/>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8"/>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8"/>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8"/>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8"/>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8"/>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8"/>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8"/>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8"/>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8"/>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8"/>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8"/>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8"/>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8"/>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8"/>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8"/>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8"/>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8"/>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8"/>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8"/>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8"/>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8"/>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8"/>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8"/>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8"/>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8"/>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8"/>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8"/>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8"/>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8"/>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8"/>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8"/>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8"/>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8"/>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8"/>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8"/>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8"/>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8"/>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8"/>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8"/>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8"/>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8"/>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8"/>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8"/>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8"/>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8"/>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8"/>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8"/>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8"/>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6" name="Google Shape;2626;p8"/>
          <p:cNvGrpSpPr/>
          <p:nvPr/>
        </p:nvGrpSpPr>
        <p:grpSpPr>
          <a:xfrm rot="10800000">
            <a:off x="7682451" y="28707"/>
            <a:ext cx="1140783" cy="5086302"/>
            <a:chOff x="5608825" y="238125"/>
            <a:chExt cx="1174975" cy="5238750"/>
          </a:xfrm>
        </p:grpSpPr>
        <p:sp>
          <p:nvSpPr>
            <p:cNvPr id="2627" name="Google Shape;2627;p8"/>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8"/>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8"/>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8"/>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8"/>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8"/>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8"/>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8"/>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8"/>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8"/>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8"/>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8"/>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8"/>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8"/>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8"/>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8"/>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8"/>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8"/>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8"/>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8"/>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8"/>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8"/>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8"/>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8"/>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8"/>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8"/>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8"/>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8"/>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8"/>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8"/>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8"/>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8"/>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8"/>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8"/>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8"/>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8"/>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8"/>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8"/>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8"/>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8"/>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8"/>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8"/>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8"/>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8"/>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8"/>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8"/>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8"/>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8"/>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8"/>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8"/>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54"/>
        <p:cNvGrpSpPr/>
        <p:nvPr/>
      </p:nvGrpSpPr>
      <p:grpSpPr>
        <a:xfrm>
          <a:off x="0" y="0"/>
          <a:ext cx="0" cy="0"/>
          <a:chOff x="0" y="0"/>
          <a:chExt cx="0" cy="0"/>
        </a:xfrm>
      </p:grpSpPr>
      <p:sp>
        <p:nvSpPr>
          <p:cNvPr id="2955" name="Google Shape;2955;p10"/>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grpSp>
        <p:nvGrpSpPr>
          <p:cNvPr id="2956" name="Google Shape;2956;p10"/>
          <p:cNvGrpSpPr/>
          <p:nvPr/>
        </p:nvGrpSpPr>
        <p:grpSpPr>
          <a:xfrm rot="10800000">
            <a:off x="8851487" y="28707"/>
            <a:ext cx="264012" cy="5086302"/>
            <a:chOff x="5307800" y="238125"/>
            <a:chExt cx="271925" cy="5238750"/>
          </a:xfrm>
        </p:grpSpPr>
        <p:sp>
          <p:nvSpPr>
            <p:cNvPr id="2957" name="Google Shape;2957;p10"/>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10"/>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10"/>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10"/>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10"/>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10"/>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10"/>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10"/>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10"/>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10"/>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10"/>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10"/>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10"/>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10"/>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10"/>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10"/>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10"/>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10"/>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10"/>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10"/>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10"/>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10"/>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10"/>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10"/>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10"/>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10"/>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10"/>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10"/>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10"/>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10"/>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10"/>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10"/>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10"/>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10"/>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10"/>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10"/>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10"/>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10"/>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10"/>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10"/>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10"/>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10"/>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10"/>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10"/>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10"/>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10"/>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10"/>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10"/>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10"/>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10"/>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10"/>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10"/>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10"/>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10"/>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10"/>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10"/>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10"/>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14" name="Google Shape;3014;p10"/>
          <p:cNvGrpSpPr/>
          <p:nvPr/>
        </p:nvGrpSpPr>
        <p:grpSpPr>
          <a:xfrm rot="10800000">
            <a:off x="7828571" y="28707"/>
            <a:ext cx="1140783" cy="5086302"/>
            <a:chOff x="5458325" y="238125"/>
            <a:chExt cx="1174975" cy="5238750"/>
          </a:xfrm>
        </p:grpSpPr>
        <p:sp>
          <p:nvSpPr>
            <p:cNvPr id="3015" name="Google Shape;3015;p10"/>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10"/>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10"/>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10"/>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10"/>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10"/>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10"/>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10"/>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10"/>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10"/>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10"/>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10"/>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10"/>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10"/>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10"/>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10"/>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10"/>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10"/>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10"/>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10"/>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10"/>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10"/>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10"/>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10"/>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10"/>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10"/>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10"/>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10"/>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10"/>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10"/>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10"/>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10"/>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10"/>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10"/>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10"/>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10"/>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10"/>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10"/>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10"/>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10"/>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10"/>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10"/>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10"/>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10"/>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10"/>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10"/>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10"/>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10"/>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10"/>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10"/>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10"/>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10"/>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10"/>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10"/>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10"/>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10"/>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10"/>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10"/>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10"/>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10"/>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10"/>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10"/>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7" name="Google Shape;3077;p10"/>
          <p:cNvGrpSpPr/>
          <p:nvPr/>
        </p:nvGrpSpPr>
        <p:grpSpPr>
          <a:xfrm rot="10800000">
            <a:off x="7682451" y="28707"/>
            <a:ext cx="994639" cy="4940182"/>
            <a:chOff x="5759350" y="388625"/>
            <a:chExt cx="1024450" cy="5088250"/>
          </a:xfrm>
        </p:grpSpPr>
        <p:sp>
          <p:nvSpPr>
            <p:cNvPr id="3078" name="Google Shape;3078;p10"/>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10"/>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10"/>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10"/>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10"/>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10"/>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10"/>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10"/>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10"/>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10"/>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10"/>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10"/>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10"/>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10"/>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10"/>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10"/>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10"/>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10"/>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10"/>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10"/>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10"/>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10"/>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10"/>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10"/>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10"/>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10"/>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10"/>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10"/>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10"/>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10"/>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10"/>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10"/>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10"/>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10"/>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10"/>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10"/>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10"/>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10"/>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10"/>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10"/>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10"/>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10"/>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10"/>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10"/>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10"/>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10"/>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10"/>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10"/>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10"/>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10"/>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10"/>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10"/>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10"/>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10"/>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10"/>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10"/>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10"/>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10"/>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10"/>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10"/>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10"/>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10"/>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10"/>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10"/>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10"/>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10"/>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10"/>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10"/>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10"/>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10"/>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10"/>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10"/>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10"/>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10"/>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10"/>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10"/>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10"/>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10"/>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10"/>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10"/>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10"/>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10"/>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10"/>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10"/>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10"/>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10"/>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10"/>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10"/>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10"/>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10"/>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10"/>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10"/>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10"/>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10"/>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10"/>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10"/>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10"/>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10"/>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10"/>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10"/>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10"/>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79" name="Google Shape;3179;p10"/>
          <p:cNvGrpSpPr/>
          <p:nvPr/>
        </p:nvGrpSpPr>
        <p:grpSpPr>
          <a:xfrm rot="10800000">
            <a:off x="7682451" y="28707"/>
            <a:ext cx="1140783" cy="5086302"/>
            <a:chOff x="5608825" y="238125"/>
            <a:chExt cx="1174975" cy="5238750"/>
          </a:xfrm>
        </p:grpSpPr>
        <p:sp>
          <p:nvSpPr>
            <p:cNvPr id="3180" name="Google Shape;3180;p10"/>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10"/>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10"/>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10"/>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10"/>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10"/>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10"/>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10"/>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10"/>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10"/>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10"/>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10"/>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10"/>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10"/>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10"/>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10"/>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10"/>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10"/>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10"/>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10"/>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10"/>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10"/>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10"/>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10"/>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10"/>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10"/>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10"/>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10"/>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10"/>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10"/>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10"/>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10"/>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10"/>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10"/>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10"/>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10"/>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10"/>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10"/>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10"/>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10"/>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10"/>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10"/>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10"/>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10"/>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10"/>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10"/>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10"/>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10"/>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10"/>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10"/>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Image background">
  <p:cSld name="BLANK_1_1">
    <p:bg>
      <p:bgPr>
        <a:solidFill>
          <a:schemeClr val="accent6"/>
        </a:solidFill>
        <a:effectLst/>
      </p:bgPr>
    </p:bg>
    <p:spTree>
      <p:nvGrpSpPr>
        <p:cNvPr id="1" name="Shape 3506"/>
        <p:cNvGrpSpPr/>
        <p:nvPr/>
      </p:nvGrpSpPr>
      <p:grpSpPr>
        <a:xfrm>
          <a:off x="0" y="0"/>
          <a:ext cx="0" cy="0"/>
          <a:chOff x="0" y="0"/>
          <a:chExt cx="0" cy="0"/>
        </a:xfrm>
      </p:grpSpPr>
      <p:grpSp>
        <p:nvGrpSpPr>
          <p:cNvPr id="3507" name="Google Shape;3507;p12"/>
          <p:cNvGrpSpPr/>
          <p:nvPr/>
        </p:nvGrpSpPr>
        <p:grpSpPr>
          <a:xfrm>
            <a:off x="7828607" y="28698"/>
            <a:ext cx="1286904" cy="5086302"/>
            <a:chOff x="6367294" y="28698"/>
            <a:chExt cx="1286904" cy="5086302"/>
          </a:xfrm>
        </p:grpSpPr>
        <p:sp>
          <p:nvSpPr>
            <p:cNvPr id="3508" name="Google Shape;3508;p12"/>
            <p:cNvSpPr/>
            <p:nvPr/>
          </p:nvSpPr>
          <p:spPr>
            <a:xfrm rot="10800000">
              <a:off x="7536331" y="613204"/>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9" name="Google Shape;3509;p12"/>
            <p:cNvSpPr/>
            <p:nvPr/>
          </p:nvSpPr>
          <p:spPr>
            <a:xfrm rot="10800000">
              <a:off x="7244066" y="2659036"/>
              <a:ext cx="117867" cy="117892"/>
            </a:xfrm>
            <a:custGeom>
              <a:avLst/>
              <a:gdLst/>
              <a:ahLst/>
              <a:cxnLst/>
              <a:rect l="l" t="t" r="r" b="b"/>
              <a:pathLst>
                <a:path w="4856" h="4857"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0" name="Google Shape;3510;p12"/>
            <p:cNvSpPr/>
            <p:nvPr/>
          </p:nvSpPr>
          <p:spPr>
            <a:xfrm rot="10800000">
              <a:off x="7244066" y="174818"/>
              <a:ext cx="117867" cy="117867"/>
            </a:xfrm>
            <a:custGeom>
              <a:avLst/>
              <a:gdLst/>
              <a:ahLst/>
              <a:cxnLst/>
              <a:rect l="l" t="t" r="r" b="b"/>
              <a:pathLst>
                <a:path w="4856" h="4856" extrusionOk="0">
                  <a:moveTo>
                    <a:pt x="0" y="0"/>
                  </a:moveTo>
                  <a:lnTo>
                    <a:pt x="0" y="4856"/>
                  </a:lnTo>
                  <a:lnTo>
                    <a:pt x="4855" y="4856"/>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511;p12"/>
            <p:cNvSpPr/>
            <p:nvPr/>
          </p:nvSpPr>
          <p:spPr>
            <a:xfrm rot="10800000">
              <a:off x="6659535" y="4266482"/>
              <a:ext cx="117892" cy="117867"/>
            </a:xfrm>
            <a:custGeom>
              <a:avLst/>
              <a:gdLst/>
              <a:ahLst/>
              <a:cxnLst/>
              <a:rect l="l" t="t" r="r" b="b"/>
              <a:pathLst>
                <a:path w="4857"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3512;p12"/>
            <p:cNvSpPr/>
            <p:nvPr/>
          </p:nvSpPr>
          <p:spPr>
            <a:xfrm rot="10800000">
              <a:off x="7536331" y="4704867"/>
              <a:ext cx="117867" cy="117892"/>
            </a:xfrm>
            <a:custGeom>
              <a:avLst/>
              <a:gdLst/>
              <a:ahLst/>
              <a:cxnLst/>
              <a:rect l="l" t="t" r="r" b="b"/>
              <a:pathLst>
                <a:path w="4856" h="4857"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513;p12"/>
            <p:cNvSpPr/>
            <p:nvPr/>
          </p:nvSpPr>
          <p:spPr>
            <a:xfrm rot="10800000">
              <a:off x="7536331" y="4558747"/>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12"/>
            <p:cNvSpPr/>
            <p:nvPr/>
          </p:nvSpPr>
          <p:spPr>
            <a:xfrm rot="10800000">
              <a:off x="7536331" y="4266482"/>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12"/>
            <p:cNvSpPr/>
            <p:nvPr/>
          </p:nvSpPr>
          <p:spPr>
            <a:xfrm rot="10800000">
              <a:off x="7536331" y="3974217"/>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12"/>
            <p:cNvSpPr/>
            <p:nvPr/>
          </p:nvSpPr>
          <p:spPr>
            <a:xfrm rot="10800000">
              <a:off x="7536331" y="3828096"/>
              <a:ext cx="117867" cy="117867"/>
            </a:xfrm>
            <a:custGeom>
              <a:avLst/>
              <a:gdLst/>
              <a:ahLst/>
              <a:cxnLst/>
              <a:rect l="l" t="t" r="r" b="b"/>
              <a:pathLst>
                <a:path w="4856" h="4856" extrusionOk="0">
                  <a:moveTo>
                    <a:pt x="0" y="0"/>
                  </a:moveTo>
                  <a:lnTo>
                    <a:pt x="0" y="4856"/>
                  </a:lnTo>
                  <a:lnTo>
                    <a:pt x="4855" y="4856"/>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517;p12"/>
            <p:cNvSpPr/>
            <p:nvPr/>
          </p:nvSpPr>
          <p:spPr>
            <a:xfrm rot="10800000">
              <a:off x="7536331" y="3681951"/>
              <a:ext cx="117867" cy="117892"/>
            </a:xfrm>
            <a:custGeom>
              <a:avLst/>
              <a:gdLst/>
              <a:ahLst/>
              <a:cxnLst/>
              <a:rect l="l" t="t" r="r" b="b"/>
              <a:pathLst>
                <a:path w="4856" h="4857"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12"/>
            <p:cNvSpPr/>
            <p:nvPr/>
          </p:nvSpPr>
          <p:spPr>
            <a:xfrm rot="10800000">
              <a:off x="7536331" y="3535831"/>
              <a:ext cx="117867" cy="117867"/>
            </a:xfrm>
            <a:custGeom>
              <a:avLst/>
              <a:gdLst/>
              <a:ahLst/>
              <a:cxnLst/>
              <a:rect l="l" t="t" r="r" b="b"/>
              <a:pathLst>
                <a:path w="4856" h="4856" extrusionOk="0">
                  <a:moveTo>
                    <a:pt x="0" y="0"/>
                  </a:moveTo>
                  <a:lnTo>
                    <a:pt x="0" y="4856"/>
                  </a:lnTo>
                  <a:lnTo>
                    <a:pt x="4855" y="4856"/>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12"/>
            <p:cNvSpPr/>
            <p:nvPr/>
          </p:nvSpPr>
          <p:spPr>
            <a:xfrm rot="10800000">
              <a:off x="7536331" y="3097445"/>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520;p12"/>
            <p:cNvSpPr/>
            <p:nvPr/>
          </p:nvSpPr>
          <p:spPr>
            <a:xfrm rot="10800000">
              <a:off x="7536331" y="2951301"/>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12"/>
            <p:cNvSpPr/>
            <p:nvPr/>
          </p:nvSpPr>
          <p:spPr>
            <a:xfrm rot="10800000">
              <a:off x="7536331" y="2805180"/>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522;p12"/>
            <p:cNvSpPr/>
            <p:nvPr/>
          </p:nvSpPr>
          <p:spPr>
            <a:xfrm rot="10800000">
              <a:off x="7536331" y="2659036"/>
              <a:ext cx="117867" cy="117892"/>
            </a:xfrm>
            <a:custGeom>
              <a:avLst/>
              <a:gdLst/>
              <a:ahLst/>
              <a:cxnLst/>
              <a:rect l="l" t="t" r="r" b="b"/>
              <a:pathLst>
                <a:path w="4856" h="4857"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3523;p12"/>
            <p:cNvSpPr/>
            <p:nvPr/>
          </p:nvSpPr>
          <p:spPr>
            <a:xfrm rot="10800000">
              <a:off x="7536331" y="2512915"/>
              <a:ext cx="117867" cy="117867"/>
            </a:xfrm>
            <a:custGeom>
              <a:avLst/>
              <a:gdLst/>
              <a:ahLst/>
              <a:cxnLst/>
              <a:rect l="l" t="t" r="r" b="b"/>
              <a:pathLst>
                <a:path w="4856" h="4856" extrusionOk="0">
                  <a:moveTo>
                    <a:pt x="0" y="0"/>
                  </a:moveTo>
                  <a:lnTo>
                    <a:pt x="0" y="4856"/>
                  </a:lnTo>
                  <a:lnTo>
                    <a:pt x="4855" y="4856"/>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12"/>
            <p:cNvSpPr/>
            <p:nvPr/>
          </p:nvSpPr>
          <p:spPr>
            <a:xfrm rot="10800000">
              <a:off x="7536331" y="2366770"/>
              <a:ext cx="117867" cy="117892"/>
            </a:xfrm>
            <a:custGeom>
              <a:avLst/>
              <a:gdLst/>
              <a:ahLst/>
              <a:cxnLst/>
              <a:rect l="l" t="t" r="r" b="b"/>
              <a:pathLst>
                <a:path w="4856" h="4857"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12"/>
            <p:cNvSpPr/>
            <p:nvPr/>
          </p:nvSpPr>
          <p:spPr>
            <a:xfrm rot="10800000">
              <a:off x="7536331" y="2220650"/>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526;p12"/>
            <p:cNvSpPr/>
            <p:nvPr/>
          </p:nvSpPr>
          <p:spPr>
            <a:xfrm rot="10800000">
              <a:off x="7536331" y="2074529"/>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3527;p12"/>
            <p:cNvSpPr/>
            <p:nvPr/>
          </p:nvSpPr>
          <p:spPr>
            <a:xfrm rot="10800000">
              <a:off x="7536331" y="1928385"/>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12"/>
            <p:cNvSpPr/>
            <p:nvPr/>
          </p:nvSpPr>
          <p:spPr>
            <a:xfrm rot="10800000">
              <a:off x="7536331" y="1782264"/>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529;p12"/>
            <p:cNvSpPr/>
            <p:nvPr/>
          </p:nvSpPr>
          <p:spPr>
            <a:xfrm rot="10800000">
              <a:off x="7536331" y="1489999"/>
              <a:ext cx="117867" cy="117867"/>
            </a:xfrm>
            <a:custGeom>
              <a:avLst/>
              <a:gdLst/>
              <a:ahLst/>
              <a:cxnLst/>
              <a:rect l="l" t="t" r="r" b="b"/>
              <a:pathLst>
                <a:path w="4856" h="4856" extrusionOk="0">
                  <a:moveTo>
                    <a:pt x="0" y="0"/>
                  </a:moveTo>
                  <a:lnTo>
                    <a:pt x="0" y="4856"/>
                  </a:lnTo>
                  <a:lnTo>
                    <a:pt x="4855" y="4856"/>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530;p12"/>
            <p:cNvSpPr/>
            <p:nvPr/>
          </p:nvSpPr>
          <p:spPr>
            <a:xfrm rot="10800000">
              <a:off x="7536331" y="1197734"/>
              <a:ext cx="117867" cy="117867"/>
            </a:xfrm>
            <a:custGeom>
              <a:avLst/>
              <a:gdLst/>
              <a:ahLst/>
              <a:cxnLst/>
              <a:rect l="l" t="t" r="r" b="b"/>
              <a:pathLst>
                <a:path w="4856" h="4856" extrusionOk="0">
                  <a:moveTo>
                    <a:pt x="0" y="0"/>
                  </a:moveTo>
                  <a:lnTo>
                    <a:pt x="0" y="4856"/>
                  </a:lnTo>
                  <a:lnTo>
                    <a:pt x="4855" y="4856"/>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12"/>
            <p:cNvSpPr/>
            <p:nvPr/>
          </p:nvSpPr>
          <p:spPr>
            <a:xfrm rot="10800000">
              <a:off x="7536331" y="1051613"/>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3532;p12"/>
            <p:cNvSpPr/>
            <p:nvPr/>
          </p:nvSpPr>
          <p:spPr>
            <a:xfrm rot="10800000">
              <a:off x="7536331" y="905469"/>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3" name="Google Shape;3533;p12"/>
            <p:cNvSpPr/>
            <p:nvPr/>
          </p:nvSpPr>
          <p:spPr>
            <a:xfrm rot="10800000">
              <a:off x="7536331" y="759348"/>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4" name="Google Shape;3534;p12"/>
            <p:cNvSpPr/>
            <p:nvPr/>
          </p:nvSpPr>
          <p:spPr>
            <a:xfrm rot="10800000">
              <a:off x="7536331" y="467083"/>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5" name="Google Shape;3535;p12"/>
            <p:cNvSpPr/>
            <p:nvPr/>
          </p:nvSpPr>
          <p:spPr>
            <a:xfrm rot="10800000">
              <a:off x="7536331" y="320938"/>
              <a:ext cx="117867" cy="117892"/>
            </a:xfrm>
            <a:custGeom>
              <a:avLst/>
              <a:gdLst/>
              <a:ahLst/>
              <a:cxnLst/>
              <a:rect l="l" t="t" r="r" b="b"/>
              <a:pathLst>
                <a:path w="4856" h="4857"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6" name="Google Shape;3536;p12"/>
            <p:cNvSpPr/>
            <p:nvPr/>
          </p:nvSpPr>
          <p:spPr>
            <a:xfrm rot="10800000">
              <a:off x="7536331" y="174818"/>
              <a:ext cx="117867" cy="117867"/>
            </a:xfrm>
            <a:custGeom>
              <a:avLst/>
              <a:gdLst/>
              <a:ahLst/>
              <a:cxnLst/>
              <a:rect l="l" t="t" r="r" b="b"/>
              <a:pathLst>
                <a:path w="4856" h="4856" extrusionOk="0">
                  <a:moveTo>
                    <a:pt x="0" y="0"/>
                  </a:moveTo>
                  <a:lnTo>
                    <a:pt x="0" y="4856"/>
                  </a:lnTo>
                  <a:lnTo>
                    <a:pt x="4855" y="4856"/>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7" name="Google Shape;3537;p12"/>
            <p:cNvSpPr/>
            <p:nvPr/>
          </p:nvSpPr>
          <p:spPr>
            <a:xfrm rot="10800000">
              <a:off x="7536331" y="28698"/>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12"/>
            <p:cNvSpPr/>
            <p:nvPr/>
          </p:nvSpPr>
          <p:spPr>
            <a:xfrm rot="10800000">
              <a:off x="7390210" y="4851012"/>
              <a:ext cx="117867" cy="117867"/>
            </a:xfrm>
            <a:custGeom>
              <a:avLst/>
              <a:gdLst/>
              <a:ahLst/>
              <a:cxnLst/>
              <a:rect l="l" t="t" r="r" b="b"/>
              <a:pathLst>
                <a:path w="4856"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9" name="Google Shape;3539;p12"/>
            <p:cNvSpPr/>
            <p:nvPr/>
          </p:nvSpPr>
          <p:spPr>
            <a:xfrm rot="10800000">
              <a:off x="7390210" y="4558747"/>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0" name="Google Shape;3540;p12"/>
            <p:cNvSpPr/>
            <p:nvPr/>
          </p:nvSpPr>
          <p:spPr>
            <a:xfrm rot="10800000">
              <a:off x="7390210" y="4412627"/>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1" name="Google Shape;3541;p12"/>
            <p:cNvSpPr/>
            <p:nvPr/>
          </p:nvSpPr>
          <p:spPr>
            <a:xfrm rot="10800000">
              <a:off x="7390210" y="4266482"/>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2" name="Google Shape;3542;p12"/>
            <p:cNvSpPr/>
            <p:nvPr/>
          </p:nvSpPr>
          <p:spPr>
            <a:xfrm rot="10800000">
              <a:off x="7390210" y="4120361"/>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3543;p12"/>
            <p:cNvSpPr/>
            <p:nvPr/>
          </p:nvSpPr>
          <p:spPr>
            <a:xfrm rot="10800000">
              <a:off x="7390210" y="3828096"/>
              <a:ext cx="117867" cy="117867"/>
            </a:xfrm>
            <a:custGeom>
              <a:avLst/>
              <a:gdLst/>
              <a:ahLst/>
              <a:cxnLst/>
              <a:rect l="l" t="t" r="r" b="b"/>
              <a:pathLst>
                <a:path w="4856"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3544;p12"/>
            <p:cNvSpPr/>
            <p:nvPr/>
          </p:nvSpPr>
          <p:spPr>
            <a:xfrm rot="10800000">
              <a:off x="7390210" y="3535831"/>
              <a:ext cx="117867" cy="117867"/>
            </a:xfrm>
            <a:custGeom>
              <a:avLst/>
              <a:gdLst/>
              <a:ahLst/>
              <a:cxnLst/>
              <a:rect l="l" t="t" r="r" b="b"/>
              <a:pathLst>
                <a:path w="4856"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3545;p12"/>
            <p:cNvSpPr/>
            <p:nvPr/>
          </p:nvSpPr>
          <p:spPr>
            <a:xfrm rot="10800000">
              <a:off x="7390210" y="3389711"/>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6" name="Google Shape;3546;p12"/>
            <p:cNvSpPr/>
            <p:nvPr/>
          </p:nvSpPr>
          <p:spPr>
            <a:xfrm rot="10800000">
              <a:off x="7390210" y="3243566"/>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7" name="Google Shape;3547;p12"/>
            <p:cNvSpPr/>
            <p:nvPr/>
          </p:nvSpPr>
          <p:spPr>
            <a:xfrm rot="10800000">
              <a:off x="7390210" y="2951301"/>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8" name="Google Shape;3548;p12"/>
            <p:cNvSpPr/>
            <p:nvPr/>
          </p:nvSpPr>
          <p:spPr>
            <a:xfrm rot="10800000">
              <a:off x="7390210" y="2805180"/>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9" name="Google Shape;3549;p12"/>
            <p:cNvSpPr/>
            <p:nvPr/>
          </p:nvSpPr>
          <p:spPr>
            <a:xfrm rot="10800000">
              <a:off x="7390210" y="2659036"/>
              <a:ext cx="117867" cy="117892"/>
            </a:xfrm>
            <a:custGeom>
              <a:avLst/>
              <a:gdLst/>
              <a:ahLst/>
              <a:cxnLst/>
              <a:rect l="l" t="t" r="r" b="b"/>
              <a:pathLst>
                <a:path w="4856" h="4857"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0" name="Google Shape;3550;p12"/>
            <p:cNvSpPr/>
            <p:nvPr/>
          </p:nvSpPr>
          <p:spPr>
            <a:xfrm rot="10800000">
              <a:off x="7390210" y="2512915"/>
              <a:ext cx="117867" cy="117867"/>
            </a:xfrm>
            <a:custGeom>
              <a:avLst/>
              <a:gdLst/>
              <a:ahLst/>
              <a:cxnLst/>
              <a:rect l="l" t="t" r="r" b="b"/>
              <a:pathLst>
                <a:path w="4856"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1" name="Google Shape;3551;p12"/>
            <p:cNvSpPr/>
            <p:nvPr/>
          </p:nvSpPr>
          <p:spPr>
            <a:xfrm rot="10800000">
              <a:off x="7390210" y="2366770"/>
              <a:ext cx="117867" cy="117892"/>
            </a:xfrm>
            <a:custGeom>
              <a:avLst/>
              <a:gdLst/>
              <a:ahLst/>
              <a:cxnLst/>
              <a:rect l="l" t="t" r="r" b="b"/>
              <a:pathLst>
                <a:path w="4856" h="4857"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2" name="Google Shape;3552;p12"/>
            <p:cNvSpPr/>
            <p:nvPr/>
          </p:nvSpPr>
          <p:spPr>
            <a:xfrm rot="10800000">
              <a:off x="7390210" y="2220650"/>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3" name="Google Shape;3553;p12"/>
            <p:cNvSpPr/>
            <p:nvPr/>
          </p:nvSpPr>
          <p:spPr>
            <a:xfrm rot="10800000">
              <a:off x="7390210" y="2074529"/>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4" name="Google Shape;3554;p12"/>
            <p:cNvSpPr/>
            <p:nvPr/>
          </p:nvSpPr>
          <p:spPr>
            <a:xfrm rot="10800000">
              <a:off x="7390210" y="1782264"/>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3555;p12"/>
            <p:cNvSpPr/>
            <p:nvPr/>
          </p:nvSpPr>
          <p:spPr>
            <a:xfrm rot="10800000">
              <a:off x="7390210" y="1489999"/>
              <a:ext cx="117867" cy="117867"/>
            </a:xfrm>
            <a:custGeom>
              <a:avLst/>
              <a:gdLst/>
              <a:ahLst/>
              <a:cxnLst/>
              <a:rect l="l" t="t" r="r" b="b"/>
              <a:pathLst>
                <a:path w="4856"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6" name="Google Shape;3556;p12"/>
            <p:cNvSpPr/>
            <p:nvPr/>
          </p:nvSpPr>
          <p:spPr>
            <a:xfrm rot="10800000">
              <a:off x="7390210" y="1343854"/>
              <a:ext cx="117867" cy="117892"/>
            </a:xfrm>
            <a:custGeom>
              <a:avLst/>
              <a:gdLst/>
              <a:ahLst/>
              <a:cxnLst/>
              <a:rect l="l" t="t" r="r" b="b"/>
              <a:pathLst>
                <a:path w="4856" h="4857"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7" name="Google Shape;3557;p12"/>
            <p:cNvSpPr/>
            <p:nvPr/>
          </p:nvSpPr>
          <p:spPr>
            <a:xfrm rot="10800000">
              <a:off x="7390210" y="1197734"/>
              <a:ext cx="117867" cy="117867"/>
            </a:xfrm>
            <a:custGeom>
              <a:avLst/>
              <a:gdLst/>
              <a:ahLst/>
              <a:cxnLst/>
              <a:rect l="l" t="t" r="r" b="b"/>
              <a:pathLst>
                <a:path w="4856"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8" name="Google Shape;3558;p12"/>
            <p:cNvSpPr/>
            <p:nvPr/>
          </p:nvSpPr>
          <p:spPr>
            <a:xfrm rot="10800000">
              <a:off x="7390210" y="1051613"/>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9" name="Google Shape;3559;p12"/>
            <p:cNvSpPr/>
            <p:nvPr/>
          </p:nvSpPr>
          <p:spPr>
            <a:xfrm rot="10800000">
              <a:off x="7390210" y="759348"/>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3560;p12"/>
            <p:cNvSpPr/>
            <p:nvPr/>
          </p:nvSpPr>
          <p:spPr>
            <a:xfrm rot="10800000">
              <a:off x="7390210" y="613204"/>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1" name="Google Shape;3561;p12"/>
            <p:cNvSpPr/>
            <p:nvPr/>
          </p:nvSpPr>
          <p:spPr>
            <a:xfrm rot="10800000">
              <a:off x="7390210" y="320938"/>
              <a:ext cx="117867" cy="117892"/>
            </a:xfrm>
            <a:custGeom>
              <a:avLst/>
              <a:gdLst/>
              <a:ahLst/>
              <a:cxnLst/>
              <a:rect l="l" t="t" r="r" b="b"/>
              <a:pathLst>
                <a:path w="4856" h="4857"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2" name="Google Shape;3562;p12"/>
            <p:cNvSpPr/>
            <p:nvPr/>
          </p:nvSpPr>
          <p:spPr>
            <a:xfrm rot="10800000">
              <a:off x="7390210" y="28698"/>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3" name="Google Shape;3563;p12"/>
            <p:cNvSpPr/>
            <p:nvPr/>
          </p:nvSpPr>
          <p:spPr>
            <a:xfrm rot="10800000">
              <a:off x="7244066" y="4704867"/>
              <a:ext cx="117867" cy="117892"/>
            </a:xfrm>
            <a:custGeom>
              <a:avLst/>
              <a:gdLst/>
              <a:ahLst/>
              <a:cxnLst/>
              <a:rect l="l" t="t" r="r" b="b"/>
              <a:pathLst>
                <a:path w="4856" h="4857"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4" name="Google Shape;3564;p12"/>
            <p:cNvSpPr/>
            <p:nvPr/>
          </p:nvSpPr>
          <p:spPr>
            <a:xfrm rot="10800000">
              <a:off x="7244066" y="4266482"/>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5" name="Google Shape;3565;p12"/>
            <p:cNvSpPr/>
            <p:nvPr/>
          </p:nvSpPr>
          <p:spPr>
            <a:xfrm rot="10800000">
              <a:off x="7244066" y="4120361"/>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6" name="Google Shape;3566;p12"/>
            <p:cNvSpPr/>
            <p:nvPr/>
          </p:nvSpPr>
          <p:spPr>
            <a:xfrm rot="10800000">
              <a:off x="7244066" y="3974217"/>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7" name="Google Shape;3567;p12"/>
            <p:cNvSpPr/>
            <p:nvPr/>
          </p:nvSpPr>
          <p:spPr>
            <a:xfrm rot="10800000">
              <a:off x="7244066" y="3681951"/>
              <a:ext cx="117867" cy="117892"/>
            </a:xfrm>
            <a:custGeom>
              <a:avLst/>
              <a:gdLst/>
              <a:ahLst/>
              <a:cxnLst/>
              <a:rect l="l" t="t" r="r" b="b"/>
              <a:pathLst>
                <a:path w="4856" h="4857"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8" name="Google Shape;3568;p12"/>
            <p:cNvSpPr/>
            <p:nvPr/>
          </p:nvSpPr>
          <p:spPr>
            <a:xfrm rot="10800000">
              <a:off x="7244066" y="3389711"/>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12"/>
            <p:cNvSpPr/>
            <p:nvPr/>
          </p:nvSpPr>
          <p:spPr>
            <a:xfrm rot="10800000">
              <a:off x="7244066" y="3243566"/>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12"/>
            <p:cNvSpPr/>
            <p:nvPr/>
          </p:nvSpPr>
          <p:spPr>
            <a:xfrm rot="10800000">
              <a:off x="7244066" y="3097445"/>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1" name="Google Shape;3571;p12"/>
            <p:cNvSpPr/>
            <p:nvPr/>
          </p:nvSpPr>
          <p:spPr>
            <a:xfrm rot="10800000">
              <a:off x="7244066" y="2805180"/>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2" name="Google Shape;3572;p12"/>
            <p:cNvSpPr/>
            <p:nvPr/>
          </p:nvSpPr>
          <p:spPr>
            <a:xfrm rot="10800000">
              <a:off x="7244066" y="2512915"/>
              <a:ext cx="117867" cy="117867"/>
            </a:xfrm>
            <a:custGeom>
              <a:avLst/>
              <a:gdLst/>
              <a:ahLst/>
              <a:cxnLst/>
              <a:rect l="l" t="t" r="r" b="b"/>
              <a:pathLst>
                <a:path w="4856" h="4856" extrusionOk="0">
                  <a:moveTo>
                    <a:pt x="0" y="0"/>
                  </a:moveTo>
                  <a:lnTo>
                    <a:pt x="0" y="4856"/>
                  </a:lnTo>
                  <a:lnTo>
                    <a:pt x="4855" y="4856"/>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3" name="Google Shape;3573;p12"/>
            <p:cNvSpPr/>
            <p:nvPr/>
          </p:nvSpPr>
          <p:spPr>
            <a:xfrm rot="10800000">
              <a:off x="7244066" y="2220650"/>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4" name="Google Shape;3574;p12"/>
            <p:cNvSpPr/>
            <p:nvPr/>
          </p:nvSpPr>
          <p:spPr>
            <a:xfrm rot="10800000">
              <a:off x="7244066" y="1928385"/>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5" name="Google Shape;3575;p12"/>
            <p:cNvSpPr/>
            <p:nvPr/>
          </p:nvSpPr>
          <p:spPr>
            <a:xfrm rot="10800000">
              <a:off x="7244066" y="1782264"/>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6" name="Google Shape;3576;p12"/>
            <p:cNvSpPr/>
            <p:nvPr/>
          </p:nvSpPr>
          <p:spPr>
            <a:xfrm rot="10800000">
              <a:off x="7244066" y="1343854"/>
              <a:ext cx="117867" cy="117892"/>
            </a:xfrm>
            <a:custGeom>
              <a:avLst/>
              <a:gdLst/>
              <a:ahLst/>
              <a:cxnLst/>
              <a:rect l="l" t="t" r="r" b="b"/>
              <a:pathLst>
                <a:path w="4856" h="4857"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7" name="Google Shape;3577;p12"/>
            <p:cNvSpPr/>
            <p:nvPr/>
          </p:nvSpPr>
          <p:spPr>
            <a:xfrm rot="10800000">
              <a:off x="7244066" y="1197734"/>
              <a:ext cx="117867" cy="117867"/>
            </a:xfrm>
            <a:custGeom>
              <a:avLst/>
              <a:gdLst/>
              <a:ahLst/>
              <a:cxnLst/>
              <a:rect l="l" t="t" r="r" b="b"/>
              <a:pathLst>
                <a:path w="4856" h="4856" extrusionOk="0">
                  <a:moveTo>
                    <a:pt x="0" y="0"/>
                  </a:moveTo>
                  <a:lnTo>
                    <a:pt x="0" y="4856"/>
                  </a:lnTo>
                  <a:lnTo>
                    <a:pt x="4855" y="4856"/>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8" name="Google Shape;3578;p12"/>
            <p:cNvSpPr/>
            <p:nvPr/>
          </p:nvSpPr>
          <p:spPr>
            <a:xfrm rot="10800000">
              <a:off x="7244066" y="1051613"/>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9" name="Google Shape;3579;p12"/>
            <p:cNvSpPr/>
            <p:nvPr/>
          </p:nvSpPr>
          <p:spPr>
            <a:xfrm rot="10800000">
              <a:off x="7244066" y="905469"/>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0" name="Google Shape;3580;p12"/>
            <p:cNvSpPr/>
            <p:nvPr/>
          </p:nvSpPr>
          <p:spPr>
            <a:xfrm rot="10800000">
              <a:off x="7244066" y="759348"/>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1" name="Google Shape;3581;p12"/>
            <p:cNvSpPr/>
            <p:nvPr/>
          </p:nvSpPr>
          <p:spPr>
            <a:xfrm rot="10800000">
              <a:off x="7244066" y="467083"/>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2" name="Google Shape;3582;p12"/>
            <p:cNvSpPr/>
            <p:nvPr/>
          </p:nvSpPr>
          <p:spPr>
            <a:xfrm rot="10800000">
              <a:off x="7244066" y="320938"/>
              <a:ext cx="117867" cy="117892"/>
            </a:xfrm>
            <a:custGeom>
              <a:avLst/>
              <a:gdLst/>
              <a:ahLst/>
              <a:cxnLst/>
              <a:rect l="l" t="t" r="r" b="b"/>
              <a:pathLst>
                <a:path w="4856" h="4857"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3" name="Google Shape;3583;p12"/>
            <p:cNvSpPr/>
            <p:nvPr/>
          </p:nvSpPr>
          <p:spPr>
            <a:xfrm rot="10800000">
              <a:off x="7097945" y="4997133"/>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4" name="Google Shape;3584;p12"/>
            <p:cNvSpPr/>
            <p:nvPr/>
          </p:nvSpPr>
          <p:spPr>
            <a:xfrm rot="10800000">
              <a:off x="7097945" y="4558747"/>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5" name="Google Shape;3585;p12"/>
            <p:cNvSpPr/>
            <p:nvPr/>
          </p:nvSpPr>
          <p:spPr>
            <a:xfrm rot="10800000">
              <a:off x="7097945" y="4266482"/>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6" name="Google Shape;3586;p12"/>
            <p:cNvSpPr/>
            <p:nvPr/>
          </p:nvSpPr>
          <p:spPr>
            <a:xfrm rot="10800000">
              <a:off x="7097945" y="3828096"/>
              <a:ext cx="117867" cy="117867"/>
            </a:xfrm>
            <a:custGeom>
              <a:avLst/>
              <a:gdLst/>
              <a:ahLst/>
              <a:cxnLst/>
              <a:rect l="l" t="t" r="r" b="b"/>
              <a:pathLst>
                <a:path w="4856"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7" name="Google Shape;3587;p12"/>
            <p:cNvSpPr/>
            <p:nvPr/>
          </p:nvSpPr>
          <p:spPr>
            <a:xfrm rot="10800000">
              <a:off x="7097945" y="3681951"/>
              <a:ext cx="117867" cy="117892"/>
            </a:xfrm>
            <a:custGeom>
              <a:avLst/>
              <a:gdLst/>
              <a:ahLst/>
              <a:cxnLst/>
              <a:rect l="l" t="t" r="r" b="b"/>
              <a:pathLst>
                <a:path w="4856" h="4857"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8" name="Google Shape;3588;p12"/>
            <p:cNvSpPr/>
            <p:nvPr/>
          </p:nvSpPr>
          <p:spPr>
            <a:xfrm rot="10800000">
              <a:off x="7097945" y="3097445"/>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9" name="Google Shape;3589;p12"/>
            <p:cNvSpPr/>
            <p:nvPr/>
          </p:nvSpPr>
          <p:spPr>
            <a:xfrm rot="10800000">
              <a:off x="7097945" y="2951301"/>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0" name="Google Shape;3590;p12"/>
            <p:cNvSpPr/>
            <p:nvPr/>
          </p:nvSpPr>
          <p:spPr>
            <a:xfrm rot="10800000">
              <a:off x="7097945" y="2659036"/>
              <a:ext cx="117867" cy="117892"/>
            </a:xfrm>
            <a:custGeom>
              <a:avLst/>
              <a:gdLst/>
              <a:ahLst/>
              <a:cxnLst/>
              <a:rect l="l" t="t" r="r" b="b"/>
              <a:pathLst>
                <a:path w="4856" h="4857"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1" name="Google Shape;3591;p12"/>
            <p:cNvSpPr/>
            <p:nvPr/>
          </p:nvSpPr>
          <p:spPr>
            <a:xfrm rot="10800000">
              <a:off x="7097945" y="2512915"/>
              <a:ext cx="117867" cy="117867"/>
            </a:xfrm>
            <a:custGeom>
              <a:avLst/>
              <a:gdLst/>
              <a:ahLst/>
              <a:cxnLst/>
              <a:rect l="l" t="t" r="r" b="b"/>
              <a:pathLst>
                <a:path w="4856"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2" name="Google Shape;3592;p12"/>
            <p:cNvSpPr/>
            <p:nvPr/>
          </p:nvSpPr>
          <p:spPr>
            <a:xfrm rot="10800000">
              <a:off x="7097945" y="2366770"/>
              <a:ext cx="117867" cy="117892"/>
            </a:xfrm>
            <a:custGeom>
              <a:avLst/>
              <a:gdLst/>
              <a:ahLst/>
              <a:cxnLst/>
              <a:rect l="l" t="t" r="r" b="b"/>
              <a:pathLst>
                <a:path w="4856" h="4857"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3" name="Google Shape;3593;p12"/>
            <p:cNvSpPr/>
            <p:nvPr/>
          </p:nvSpPr>
          <p:spPr>
            <a:xfrm rot="10800000">
              <a:off x="7097945" y="2220650"/>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4" name="Google Shape;3594;p12"/>
            <p:cNvSpPr/>
            <p:nvPr/>
          </p:nvSpPr>
          <p:spPr>
            <a:xfrm rot="10800000">
              <a:off x="7097945" y="1782264"/>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5" name="Google Shape;3595;p12"/>
            <p:cNvSpPr/>
            <p:nvPr/>
          </p:nvSpPr>
          <p:spPr>
            <a:xfrm rot="10800000">
              <a:off x="7097945" y="1636120"/>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6" name="Google Shape;3596;p12"/>
            <p:cNvSpPr/>
            <p:nvPr/>
          </p:nvSpPr>
          <p:spPr>
            <a:xfrm rot="10800000">
              <a:off x="7097945" y="1489999"/>
              <a:ext cx="117867" cy="117867"/>
            </a:xfrm>
            <a:custGeom>
              <a:avLst/>
              <a:gdLst/>
              <a:ahLst/>
              <a:cxnLst/>
              <a:rect l="l" t="t" r="r" b="b"/>
              <a:pathLst>
                <a:path w="4856"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7" name="Google Shape;3597;p12"/>
            <p:cNvSpPr/>
            <p:nvPr/>
          </p:nvSpPr>
          <p:spPr>
            <a:xfrm rot="10800000">
              <a:off x="7097945" y="1197734"/>
              <a:ext cx="117867" cy="117867"/>
            </a:xfrm>
            <a:custGeom>
              <a:avLst/>
              <a:gdLst/>
              <a:ahLst/>
              <a:cxnLst/>
              <a:rect l="l" t="t" r="r" b="b"/>
              <a:pathLst>
                <a:path w="4856"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8" name="Google Shape;3598;p12"/>
            <p:cNvSpPr/>
            <p:nvPr/>
          </p:nvSpPr>
          <p:spPr>
            <a:xfrm rot="10800000">
              <a:off x="7097945" y="467083"/>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9" name="Google Shape;3599;p12"/>
            <p:cNvSpPr/>
            <p:nvPr/>
          </p:nvSpPr>
          <p:spPr>
            <a:xfrm rot="10800000">
              <a:off x="7097945" y="174818"/>
              <a:ext cx="117867" cy="117867"/>
            </a:xfrm>
            <a:custGeom>
              <a:avLst/>
              <a:gdLst/>
              <a:ahLst/>
              <a:cxnLst/>
              <a:rect l="l" t="t" r="r" b="b"/>
              <a:pathLst>
                <a:path w="4856"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0" name="Google Shape;3600;p12"/>
            <p:cNvSpPr/>
            <p:nvPr/>
          </p:nvSpPr>
          <p:spPr>
            <a:xfrm rot="10800000">
              <a:off x="7097945" y="28698"/>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1" name="Google Shape;3601;p12"/>
            <p:cNvSpPr/>
            <p:nvPr/>
          </p:nvSpPr>
          <p:spPr>
            <a:xfrm rot="10800000">
              <a:off x="6951800" y="4851012"/>
              <a:ext cx="117892" cy="117867"/>
            </a:xfrm>
            <a:custGeom>
              <a:avLst/>
              <a:gdLst/>
              <a:ahLst/>
              <a:cxnLst/>
              <a:rect l="l" t="t" r="r" b="b"/>
              <a:pathLst>
                <a:path w="4857"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2" name="Google Shape;3602;p12"/>
            <p:cNvSpPr/>
            <p:nvPr/>
          </p:nvSpPr>
          <p:spPr>
            <a:xfrm rot="10800000">
              <a:off x="6951800" y="4704867"/>
              <a:ext cx="117892" cy="117892"/>
            </a:xfrm>
            <a:custGeom>
              <a:avLst/>
              <a:gdLst/>
              <a:ahLst/>
              <a:cxnLst/>
              <a:rect l="l" t="t" r="r" b="b"/>
              <a:pathLst>
                <a:path w="4857" h="4857"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3" name="Google Shape;3603;p12"/>
            <p:cNvSpPr/>
            <p:nvPr/>
          </p:nvSpPr>
          <p:spPr>
            <a:xfrm rot="10800000">
              <a:off x="6951800" y="4266482"/>
              <a:ext cx="117892" cy="117867"/>
            </a:xfrm>
            <a:custGeom>
              <a:avLst/>
              <a:gdLst/>
              <a:ahLst/>
              <a:cxnLst/>
              <a:rect l="l" t="t" r="r" b="b"/>
              <a:pathLst>
                <a:path w="4857"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4" name="Google Shape;3604;p12"/>
            <p:cNvSpPr/>
            <p:nvPr/>
          </p:nvSpPr>
          <p:spPr>
            <a:xfrm rot="10800000">
              <a:off x="6951800" y="3974217"/>
              <a:ext cx="117892" cy="117867"/>
            </a:xfrm>
            <a:custGeom>
              <a:avLst/>
              <a:gdLst/>
              <a:ahLst/>
              <a:cxnLst/>
              <a:rect l="l" t="t" r="r" b="b"/>
              <a:pathLst>
                <a:path w="4857"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5" name="Google Shape;3605;p12"/>
            <p:cNvSpPr/>
            <p:nvPr/>
          </p:nvSpPr>
          <p:spPr>
            <a:xfrm rot="10800000">
              <a:off x="6951800" y="3681951"/>
              <a:ext cx="117892" cy="117892"/>
            </a:xfrm>
            <a:custGeom>
              <a:avLst/>
              <a:gdLst/>
              <a:ahLst/>
              <a:cxnLst/>
              <a:rect l="l" t="t" r="r" b="b"/>
              <a:pathLst>
                <a:path w="4857" h="4857"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6" name="Google Shape;3606;p12"/>
            <p:cNvSpPr/>
            <p:nvPr/>
          </p:nvSpPr>
          <p:spPr>
            <a:xfrm rot="10800000">
              <a:off x="6951800" y="3243566"/>
              <a:ext cx="117892" cy="117867"/>
            </a:xfrm>
            <a:custGeom>
              <a:avLst/>
              <a:gdLst/>
              <a:ahLst/>
              <a:cxnLst/>
              <a:rect l="l" t="t" r="r" b="b"/>
              <a:pathLst>
                <a:path w="4857"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7" name="Google Shape;3607;p12"/>
            <p:cNvSpPr/>
            <p:nvPr/>
          </p:nvSpPr>
          <p:spPr>
            <a:xfrm rot="10800000">
              <a:off x="6951800" y="2951301"/>
              <a:ext cx="117892" cy="117867"/>
            </a:xfrm>
            <a:custGeom>
              <a:avLst/>
              <a:gdLst/>
              <a:ahLst/>
              <a:cxnLst/>
              <a:rect l="l" t="t" r="r" b="b"/>
              <a:pathLst>
                <a:path w="4857"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8" name="Google Shape;3608;p12"/>
            <p:cNvSpPr/>
            <p:nvPr/>
          </p:nvSpPr>
          <p:spPr>
            <a:xfrm rot="10800000">
              <a:off x="6951800" y="2512915"/>
              <a:ext cx="117892" cy="117867"/>
            </a:xfrm>
            <a:custGeom>
              <a:avLst/>
              <a:gdLst/>
              <a:ahLst/>
              <a:cxnLst/>
              <a:rect l="l" t="t" r="r" b="b"/>
              <a:pathLst>
                <a:path w="4857"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9" name="Google Shape;3609;p12"/>
            <p:cNvSpPr/>
            <p:nvPr/>
          </p:nvSpPr>
          <p:spPr>
            <a:xfrm rot="10800000">
              <a:off x="6951800" y="2220650"/>
              <a:ext cx="117892" cy="117867"/>
            </a:xfrm>
            <a:custGeom>
              <a:avLst/>
              <a:gdLst/>
              <a:ahLst/>
              <a:cxnLst/>
              <a:rect l="l" t="t" r="r" b="b"/>
              <a:pathLst>
                <a:path w="4857"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0" name="Google Shape;3610;p12"/>
            <p:cNvSpPr/>
            <p:nvPr/>
          </p:nvSpPr>
          <p:spPr>
            <a:xfrm rot="10800000">
              <a:off x="6951800" y="2074529"/>
              <a:ext cx="117892" cy="117867"/>
            </a:xfrm>
            <a:custGeom>
              <a:avLst/>
              <a:gdLst/>
              <a:ahLst/>
              <a:cxnLst/>
              <a:rect l="l" t="t" r="r" b="b"/>
              <a:pathLst>
                <a:path w="4857"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1" name="Google Shape;3611;p12"/>
            <p:cNvSpPr/>
            <p:nvPr/>
          </p:nvSpPr>
          <p:spPr>
            <a:xfrm rot="10800000">
              <a:off x="6951800" y="1782264"/>
              <a:ext cx="117892" cy="117867"/>
            </a:xfrm>
            <a:custGeom>
              <a:avLst/>
              <a:gdLst/>
              <a:ahLst/>
              <a:cxnLst/>
              <a:rect l="l" t="t" r="r" b="b"/>
              <a:pathLst>
                <a:path w="4857"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2" name="Google Shape;3612;p12"/>
            <p:cNvSpPr/>
            <p:nvPr/>
          </p:nvSpPr>
          <p:spPr>
            <a:xfrm rot="10800000">
              <a:off x="6951800" y="1636120"/>
              <a:ext cx="117892" cy="117867"/>
            </a:xfrm>
            <a:custGeom>
              <a:avLst/>
              <a:gdLst/>
              <a:ahLst/>
              <a:cxnLst/>
              <a:rect l="l" t="t" r="r" b="b"/>
              <a:pathLst>
                <a:path w="4857"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3" name="Google Shape;3613;p12"/>
            <p:cNvSpPr/>
            <p:nvPr/>
          </p:nvSpPr>
          <p:spPr>
            <a:xfrm rot="10800000">
              <a:off x="6951800" y="1489999"/>
              <a:ext cx="117892" cy="117867"/>
            </a:xfrm>
            <a:custGeom>
              <a:avLst/>
              <a:gdLst/>
              <a:ahLst/>
              <a:cxnLst/>
              <a:rect l="l" t="t" r="r" b="b"/>
              <a:pathLst>
                <a:path w="4857"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4" name="Google Shape;3614;p12"/>
            <p:cNvSpPr/>
            <p:nvPr/>
          </p:nvSpPr>
          <p:spPr>
            <a:xfrm rot="10800000">
              <a:off x="6951800" y="1197734"/>
              <a:ext cx="117892" cy="117867"/>
            </a:xfrm>
            <a:custGeom>
              <a:avLst/>
              <a:gdLst/>
              <a:ahLst/>
              <a:cxnLst/>
              <a:rect l="l" t="t" r="r" b="b"/>
              <a:pathLst>
                <a:path w="4857"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5" name="Google Shape;3615;p12"/>
            <p:cNvSpPr/>
            <p:nvPr/>
          </p:nvSpPr>
          <p:spPr>
            <a:xfrm rot="10800000">
              <a:off x="6951800" y="1051613"/>
              <a:ext cx="117892" cy="117867"/>
            </a:xfrm>
            <a:custGeom>
              <a:avLst/>
              <a:gdLst/>
              <a:ahLst/>
              <a:cxnLst/>
              <a:rect l="l" t="t" r="r" b="b"/>
              <a:pathLst>
                <a:path w="4857"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6" name="Google Shape;3616;p12"/>
            <p:cNvSpPr/>
            <p:nvPr/>
          </p:nvSpPr>
          <p:spPr>
            <a:xfrm rot="10800000">
              <a:off x="6951800" y="613204"/>
              <a:ext cx="117892" cy="117867"/>
            </a:xfrm>
            <a:custGeom>
              <a:avLst/>
              <a:gdLst/>
              <a:ahLst/>
              <a:cxnLst/>
              <a:rect l="l" t="t" r="r" b="b"/>
              <a:pathLst>
                <a:path w="4857"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7" name="Google Shape;3617;p12"/>
            <p:cNvSpPr/>
            <p:nvPr/>
          </p:nvSpPr>
          <p:spPr>
            <a:xfrm rot="10800000">
              <a:off x="6951800" y="320938"/>
              <a:ext cx="117892" cy="117892"/>
            </a:xfrm>
            <a:custGeom>
              <a:avLst/>
              <a:gdLst/>
              <a:ahLst/>
              <a:cxnLst/>
              <a:rect l="l" t="t" r="r" b="b"/>
              <a:pathLst>
                <a:path w="4857" h="4857"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8" name="Google Shape;3618;p12"/>
            <p:cNvSpPr/>
            <p:nvPr/>
          </p:nvSpPr>
          <p:spPr>
            <a:xfrm rot="10800000">
              <a:off x="6951800" y="174818"/>
              <a:ext cx="117892" cy="117867"/>
            </a:xfrm>
            <a:custGeom>
              <a:avLst/>
              <a:gdLst/>
              <a:ahLst/>
              <a:cxnLst/>
              <a:rect l="l" t="t" r="r" b="b"/>
              <a:pathLst>
                <a:path w="4857"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9" name="Google Shape;3619;p12"/>
            <p:cNvSpPr/>
            <p:nvPr/>
          </p:nvSpPr>
          <p:spPr>
            <a:xfrm rot="10800000">
              <a:off x="6805680" y="4997133"/>
              <a:ext cx="117867" cy="117867"/>
            </a:xfrm>
            <a:custGeom>
              <a:avLst/>
              <a:gdLst/>
              <a:ahLst/>
              <a:cxnLst/>
              <a:rect l="l" t="t" r="r" b="b"/>
              <a:pathLst>
                <a:path w="4856" h="4856" extrusionOk="0">
                  <a:moveTo>
                    <a:pt x="0" y="0"/>
                  </a:moveTo>
                  <a:lnTo>
                    <a:pt x="0"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0" name="Google Shape;3620;p12"/>
            <p:cNvSpPr/>
            <p:nvPr/>
          </p:nvSpPr>
          <p:spPr>
            <a:xfrm rot="10800000">
              <a:off x="6805680" y="4558747"/>
              <a:ext cx="117867" cy="117867"/>
            </a:xfrm>
            <a:custGeom>
              <a:avLst/>
              <a:gdLst/>
              <a:ahLst/>
              <a:cxnLst/>
              <a:rect l="l" t="t" r="r" b="b"/>
              <a:pathLst>
                <a:path w="4856" h="4856" extrusionOk="0">
                  <a:moveTo>
                    <a:pt x="0" y="0"/>
                  </a:moveTo>
                  <a:lnTo>
                    <a:pt x="0"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1" name="Google Shape;3621;p12"/>
            <p:cNvSpPr/>
            <p:nvPr/>
          </p:nvSpPr>
          <p:spPr>
            <a:xfrm rot="10800000">
              <a:off x="6805680" y="4120361"/>
              <a:ext cx="117867" cy="117867"/>
            </a:xfrm>
            <a:custGeom>
              <a:avLst/>
              <a:gdLst/>
              <a:ahLst/>
              <a:cxnLst/>
              <a:rect l="l" t="t" r="r" b="b"/>
              <a:pathLst>
                <a:path w="4856" h="4856" extrusionOk="0">
                  <a:moveTo>
                    <a:pt x="0" y="1"/>
                  </a:moveTo>
                  <a:lnTo>
                    <a:pt x="0"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2" name="Google Shape;3622;p12"/>
            <p:cNvSpPr/>
            <p:nvPr/>
          </p:nvSpPr>
          <p:spPr>
            <a:xfrm rot="10800000">
              <a:off x="6805680" y="3535831"/>
              <a:ext cx="117867" cy="117867"/>
            </a:xfrm>
            <a:custGeom>
              <a:avLst/>
              <a:gdLst/>
              <a:ahLst/>
              <a:cxnLst/>
              <a:rect l="l" t="t" r="r" b="b"/>
              <a:pathLst>
                <a:path w="4856" h="4856" extrusionOk="0">
                  <a:moveTo>
                    <a:pt x="0" y="0"/>
                  </a:moveTo>
                  <a:lnTo>
                    <a:pt x="0"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3" name="Google Shape;3623;p12"/>
            <p:cNvSpPr/>
            <p:nvPr/>
          </p:nvSpPr>
          <p:spPr>
            <a:xfrm rot="10800000">
              <a:off x="6805680" y="2951301"/>
              <a:ext cx="117867" cy="117867"/>
            </a:xfrm>
            <a:custGeom>
              <a:avLst/>
              <a:gdLst/>
              <a:ahLst/>
              <a:cxnLst/>
              <a:rect l="l" t="t" r="r" b="b"/>
              <a:pathLst>
                <a:path w="4856" h="4856" extrusionOk="0">
                  <a:moveTo>
                    <a:pt x="0" y="0"/>
                  </a:moveTo>
                  <a:lnTo>
                    <a:pt x="0"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4" name="Google Shape;3624;p12"/>
            <p:cNvSpPr/>
            <p:nvPr/>
          </p:nvSpPr>
          <p:spPr>
            <a:xfrm rot="10800000">
              <a:off x="6805680" y="2220650"/>
              <a:ext cx="117867" cy="117867"/>
            </a:xfrm>
            <a:custGeom>
              <a:avLst/>
              <a:gdLst/>
              <a:ahLst/>
              <a:cxnLst/>
              <a:rect l="l" t="t" r="r" b="b"/>
              <a:pathLst>
                <a:path w="4856" h="4856" extrusionOk="0">
                  <a:moveTo>
                    <a:pt x="0" y="0"/>
                  </a:moveTo>
                  <a:lnTo>
                    <a:pt x="0"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5" name="Google Shape;3625;p12"/>
            <p:cNvSpPr/>
            <p:nvPr/>
          </p:nvSpPr>
          <p:spPr>
            <a:xfrm rot="10800000">
              <a:off x="6805680" y="1051613"/>
              <a:ext cx="117867" cy="117867"/>
            </a:xfrm>
            <a:custGeom>
              <a:avLst/>
              <a:gdLst/>
              <a:ahLst/>
              <a:cxnLst/>
              <a:rect l="l" t="t" r="r" b="b"/>
              <a:pathLst>
                <a:path w="4856" h="4856" extrusionOk="0">
                  <a:moveTo>
                    <a:pt x="0" y="1"/>
                  </a:moveTo>
                  <a:lnTo>
                    <a:pt x="0"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6" name="Google Shape;3626;p12"/>
            <p:cNvSpPr/>
            <p:nvPr/>
          </p:nvSpPr>
          <p:spPr>
            <a:xfrm rot="10800000">
              <a:off x="6805680" y="905469"/>
              <a:ext cx="117867" cy="117867"/>
            </a:xfrm>
            <a:custGeom>
              <a:avLst/>
              <a:gdLst/>
              <a:ahLst/>
              <a:cxnLst/>
              <a:rect l="l" t="t" r="r" b="b"/>
              <a:pathLst>
                <a:path w="4856" h="4856" extrusionOk="0">
                  <a:moveTo>
                    <a:pt x="0" y="0"/>
                  </a:moveTo>
                  <a:lnTo>
                    <a:pt x="0"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7" name="Google Shape;3627;p12"/>
            <p:cNvSpPr/>
            <p:nvPr/>
          </p:nvSpPr>
          <p:spPr>
            <a:xfrm rot="10800000">
              <a:off x="6805680" y="28698"/>
              <a:ext cx="117867" cy="117867"/>
            </a:xfrm>
            <a:custGeom>
              <a:avLst/>
              <a:gdLst/>
              <a:ahLst/>
              <a:cxnLst/>
              <a:rect l="l" t="t" r="r" b="b"/>
              <a:pathLst>
                <a:path w="4856" h="4856" extrusionOk="0">
                  <a:moveTo>
                    <a:pt x="0" y="1"/>
                  </a:moveTo>
                  <a:lnTo>
                    <a:pt x="0"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8" name="Google Shape;3628;p12"/>
            <p:cNvSpPr/>
            <p:nvPr/>
          </p:nvSpPr>
          <p:spPr>
            <a:xfrm rot="10800000">
              <a:off x="6659535" y="4851012"/>
              <a:ext cx="117892" cy="117867"/>
            </a:xfrm>
            <a:custGeom>
              <a:avLst/>
              <a:gdLst/>
              <a:ahLst/>
              <a:cxnLst/>
              <a:rect l="l" t="t" r="r" b="b"/>
              <a:pathLst>
                <a:path w="4857"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9" name="Google Shape;3629;p12"/>
            <p:cNvSpPr/>
            <p:nvPr/>
          </p:nvSpPr>
          <p:spPr>
            <a:xfrm rot="10800000">
              <a:off x="6659535" y="3974217"/>
              <a:ext cx="117892" cy="117867"/>
            </a:xfrm>
            <a:custGeom>
              <a:avLst/>
              <a:gdLst/>
              <a:ahLst/>
              <a:cxnLst/>
              <a:rect l="l" t="t" r="r" b="b"/>
              <a:pathLst>
                <a:path w="4857"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0" name="Google Shape;3630;p12"/>
            <p:cNvSpPr/>
            <p:nvPr/>
          </p:nvSpPr>
          <p:spPr>
            <a:xfrm rot="10800000">
              <a:off x="6659535" y="3243566"/>
              <a:ext cx="117892" cy="117867"/>
            </a:xfrm>
            <a:custGeom>
              <a:avLst/>
              <a:gdLst/>
              <a:ahLst/>
              <a:cxnLst/>
              <a:rect l="l" t="t" r="r" b="b"/>
              <a:pathLst>
                <a:path w="4857"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1" name="Google Shape;3631;p12"/>
            <p:cNvSpPr/>
            <p:nvPr/>
          </p:nvSpPr>
          <p:spPr>
            <a:xfrm rot="10800000">
              <a:off x="6659535" y="2512915"/>
              <a:ext cx="117892" cy="117867"/>
            </a:xfrm>
            <a:custGeom>
              <a:avLst/>
              <a:gdLst/>
              <a:ahLst/>
              <a:cxnLst/>
              <a:rect l="l" t="t" r="r" b="b"/>
              <a:pathLst>
                <a:path w="4857"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2" name="Google Shape;3632;p12"/>
            <p:cNvSpPr/>
            <p:nvPr/>
          </p:nvSpPr>
          <p:spPr>
            <a:xfrm rot="10800000">
              <a:off x="6659535" y="1636120"/>
              <a:ext cx="117892" cy="117867"/>
            </a:xfrm>
            <a:custGeom>
              <a:avLst/>
              <a:gdLst/>
              <a:ahLst/>
              <a:cxnLst/>
              <a:rect l="l" t="t" r="r" b="b"/>
              <a:pathLst>
                <a:path w="4857"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3" name="Google Shape;3633;p12"/>
            <p:cNvSpPr/>
            <p:nvPr/>
          </p:nvSpPr>
          <p:spPr>
            <a:xfrm rot="10800000">
              <a:off x="6659535" y="905469"/>
              <a:ext cx="117892" cy="117867"/>
            </a:xfrm>
            <a:custGeom>
              <a:avLst/>
              <a:gdLst/>
              <a:ahLst/>
              <a:cxnLst/>
              <a:rect l="l" t="t" r="r" b="b"/>
              <a:pathLst>
                <a:path w="4857"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4" name="Google Shape;3634;p12"/>
            <p:cNvSpPr/>
            <p:nvPr/>
          </p:nvSpPr>
          <p:spPr>
            <a:xfrm rot="10800000">
              <a:off x="6659535" y="759348"/>
              <a:ext cx="117892" cy="117867"/>
            </a:xfrm>
            <a:custGeom>
              <a:avLst/>
              <a:gdLst/>
              <a:ahLst/>
              <a:cxnLst/>
              <a:rect l="l" t="t" r="r" b="b"/>
              <a:pathLst>
                <a:path w="4857"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5" name="Google Shape;3635;p12"/>
            <p:cNvSpPr/>
            <p:nvPr/>
          </p:nvSpPr>
          <p:spPr>
            <a:xfrm rot="10800000">
              <a:off x="6659535" y="174818"/>
              <a:ext cx="117892" cy="117867"/>
            </a:xfrm>
            <a:custGeom>
              <a:avLst/>
              <a:gdLst/>
              <a:ahLst/>
              <a:cxnLst/>
              <a:rect l="l" t="t" r="r" b="b"/>
              <a:pathLst>
                <a:path w="4857"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6" name="Google Shape;3636;p12"/>
            <p:cNvSpPr/>
            <p:nvPr/>
          </p:nvSpPr>
          <p:spPr>
            <a:xfrm rot="10800000">
              <a:off x="6513415" y="4997133"/>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7" name="Google Shape;3637;p12"/>
            <p:cNvSpPr/>
            <p:nvPr/>
          </p:nvSpPr>
          <p:spPr>
            <a:xfrm rot="10800000">
              <a:off x="6513415" y="3974217"/>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8" name="Google Shape;3638;p12"/>
            <p:cNvSpPr/>
            <p:nvPr/>
          </p:nvSpPr>
          <p:spPr>
            <a:xfrm rot="10800000">
              <a:off x="6513415" y="2074529"/>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9" name="Google Shape;3639;p12"/>
            <p:cNvSpPr/>
            <p:nvPr/>
          </p:nvSpPr>
          <p:spPr>
            <a:xfrm rot="10800000">
              <a:off x="6513415" y="1489999"/>
              <a:ext cx="117867" cy="117867"/>
            </a:xfrm>
            <a:custGeom>
              <a:avLst/>
              <a:gdLst/>
              <a:ahLst/>
              <a:cxnLst/>
              <a:rect l="l" t="t" r="r" b="b"/>
              <a:pathLst>
                <a:path w="4856" h="4856" extrusionOk="0">
                  <a:moveTo>
                    <a:pt x="0" y="0"/>
                  </a:moveTo>
                  <a:lnTo>
                    <a:pt x="0" y="4856"/>
                  </a:lnTo>
                  <a:lnTo>
                    <a:pt x="4855" y="4856"/>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0" name="Google Shape;3640;p12"/>
            <p:cNvSpPr/>
            <p:nvPr/>
          </p:nvSpPr>
          <p:spPr>
            <a:xfrm rot="10800000">
              <a:off x="6513415" y="905469"/>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1" name="Google Shape;3641;p12"/>
            <p:cNvSpPr/>
            <p:nvPr/>
          </p:nvSpPr>
          <p:spPr>
            <a:xfrm rot="10800000">
              <a:off x="6513415" y="174818"/>
              <a:ext cx="117867" cy="117867"/>
            </a:xfrm>
            <a:custGeom>
              <a:avLst/>
              <a:gdLst/>
              <a:ahLst/>
              <a:cxnLst/>
              <a:rect l="l" t="t" r="r" b="b"/>
              <a:pathLst>
                <a:path w="4856" h="4856" extrusionOk="0">
                  <a:moveTo>
                    <a:pt x="0" y="0"/>
                  </a:moveTo>
                  <a:lnTo>
                    <a:pt x="0" y="4856"/>
                  </a:lnTo>
                  <a:lnTo>
                    <a:pt x="4855" y="4856"/>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2" name="Google Shape;3642;p12"/>
            <p:cNvSpPr/>
            <p:nvPr/>
          </p:nvSpPr>
          <p:spPr>
            <a:xfrm rot="10800000">
              <a:off x="6367294" y="4558747"/>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3" name="Google Shape;3643;p12"/>
            <p:cNvSpPr/>
            <p:nvPr/>
          </p:nvSpPr>
          <p:spPr>
            <a:xfrm rot="10800000">
              <a:off x="6367294" y="3681951"/>
              <a:ext cx="117867" cy="117892"/>
            </a:xfrm>
            <a:custGeom>
              <a:avLst/>
              <a:gdLst/>
              <a:ahLst/>
              <a:cxnLst/>
              <a:rect l="l" t="t" r="r" b="b"/>
              <a:pathLst>
                <a:path w="4856" h="4857"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4" name="Google Shape;3644;p12"/>
            <p:cNvSpPr/>
            <p:nvPr/>
          </p:nvSpPr>
          <p:spPr>
            <a:xfrm rot="10800000">
              <a:off x="6367294" y="2659036"/>
              <a:ext cx="117867" cy="117892"/>
            </a:xfrm>
            <a:custGeom>
              <a:avLst/>
              <a:gdLst/>
              <a:ahLst/>
              <a:cxnLst/>
              <a:rect l="l" t="t" r="r" b="b"/>
              <a:pathLst>
                <a:path w="4856" h="4857"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5" name="Google Shape;3645;p12"/>
            <p:cNvSpPr/>
            <p:nvPr/>
          </p:nvSpPr>
          <p:spPr>
            <a:xfrm rot="10800000">
              <a:off x="7536331" y="4997133"/>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6" name="Google Shape;3646;p12"/>
            <p:cNvSpPr/>
            <p:nvPr/>
          </p:nvSpPr>
          <p:spPr>
            <a:xfrm rot="10800000">
              <a:off x="7536331" y="4851012"/>
              <a:ext cx="117867" cy="117867"/>
            </a:xfrm>
            <a:custGeom>
              <a:avLst/>
              <a:gdLst/>
              <a:ahLst/>
              <a:cxnLst/>
              <a:rect l="l" t="t" r="r" b="b"/>
              <a:pathLst>
                <a:path w="4856" h="4856" extrusionOk="0">
                  <a:moveTo>
                    <a:pt x="0" y="0"/>
                  </a:moveTo>
                  <a:lnTo>
                    <a:pt x="0" y="4856"/>
                  </a:lnTo>
                  <a:lnTo>
                    <a:pt x="4855" y="4856"/>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7" name="Google Shape;3647;p12"/>
            <p:cNvSpPr/>
            <p:nvPr/>
          </p:nvSpPr>
          <p:spPr>
            <a:xfrm rot="10800000">
              <a:off x="7536331" y="4412627"/>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8" name="Google Shape;3648;p12"/>
            <p:cNvSpPr/>
            <p:nvPr/>
          </p:nvSpPr>
          <p:spPr>
            <a:xfrm rot="10800000">
              <a:off x="7536331" y="4120361"/>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9" name="Google Shape;3649;p12"/>
            <p:cNvSpPr/>
            <p:nvPr/>
          </p:nvSpPr>
          <p:spPr>
            <a:xfrm rot="10800000">
              <a:off x="7536331" y="3389711"/>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0" name="Google Shape;3650;p12"/>
            <p:cNvSpPr/>
            <p:nvPr/>
          </p:nvSpPr>
          <p:spPr>
            <a:xfrm rot="10800000">
              <a:off x="7536331" y="3243566"/>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1" name="Google Shape;3651;p12"/>
            <p:cNvSpPr/>
            <p:nvPr/>
          </p:nvSpPr>
          <p:spPr>
            <a:xfrm rot="10800000">
              <a:off x="7536331" y="1636120"/>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2" name="Google Shape;3652;p12"/>
            <p:cNvSpPr/>
            <p:nvPr/>
          </p:nvSpPr>
          <p:spPr>
            <a:xfrm rot="10800000">
              <a:off x="7536331" y="1343854"/>
              <a:ext cx="117867" cy="117892"/>
            </a:xfrm>
            <a:custGeom>
              <a:avLst/>
              <a:gdLst/>
              <a:ahLst/>
              <a:cxnLst/>
              <a:rect l="l" t="t" r="r" b="b"/>
              <a:pathLst>
                <a:path w="4856" h="4857"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3" name="Google Shape;3653;p12"/>
            <p:cNvSpPr/>
            <p:nvPr/>
          </p:nvSpPr>
          <p:spPr>
            <a:xfrm rot="10800000">
              <a:off x="7390210" y="4997133"/>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4" name="Google Shape;3654;p12"/>
            <p:cNvSpPr/>
            <p:nvPr/>
          </p:nvSpPr>
          <p:spPr>
            <a:xfrm rot="10800000">
              <a:off x="7390210" y="3974217"/>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5" name="Google Shape;3655;p12"/>
            <p:cNvSpPr/>
            <p:nvPr/>
          </p:nvSpPr>
          <p:spPr>
            <a:xfrm rot="10800000">
              <a:off x="7390210" y="3097445"/>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6" name="Google Shape;3656;p12"/>
            <p:cNvSpPr/>
            <p:nvPr/>
          </p:nvSpPr>
          <p:spPr>
            <a:xfrm rot="10800000">
              <a:off x="7390210" y="1636120"/>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7" name="Google Shape;3657;p12"/>
            <p:cNvSpPr/>
            <p:nvPr/>
          </p:nvSpPr>
          <p:spPr>
            <a:xfrm rot="10800000">
              <a:off x="7390210" y="467083"/>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8" name="Google Shape;3658;p12"/>
            <p:cNvSpPr/>
            <p:nvPr/>
          </p:nvSpPr>
          <p:spPr>
            <a:xfrm rot="10800000">
              <a:off x="7244066" y="4997133"/>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9" name="Google Shape;3659;p12"/>
            <p:cNvSpPr/>
            <p:nvPr/>
          </p:nvSpPr>
          <p:spPr>
            <a:xfrm rot="10800000">
              <a:off x="7244066" y="4558747"/>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0" name="Google Shape;3660;p12"/>
            <p:cNvSpPr/>
            <p:nvPr/>
          </p:nvSpPr>
          <p:spPr>
            <a:xfrm rot="10800000">
              <a:off x="7244066" y="2951301"/>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1" name="Google Shape;3661;p12"/>
            <p:cNvSpPr/>
            <p:nvPr/>
          </p:nvSpPr>
          <p:spPr>
            <a:xfrm rot="10800000">
              <a:off x="7244066" y="2074529"/>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2" name="Google Shape;3662;p12"/>
            <p:cNvSpPr/>
            <p:nvPr/>
          </p:nvSpPr>
          <p:spPr>
            <a:xfrm rot="10800000">
              <a:off x="7244066" y="1636120"/>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3" name="Google Shape;3663;p12"/>
            <p:cNvSpPr/>
            <p:nvPr/>
          </p:nvSpPr>
          <p:spPr>
            <a:xfrm rot="10800000">
              <a:off x="7097945" y="1051613"/>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4" name="Google Shape;3664;p12"/>
            <p:cNvSpPr/>
            <p:nvPr/>
          </p:nvSpPr>
          <p:spPr>
            <a:xfrm rot="10800000">
              <a:off x="6951800" y="3828096"/>
              <a:ext cx="117892" cy="117867"/>
            </a:xfrm>
            <a:custGeom>
              <a:avLst/>
              <a:gdLst/>
              <a:ahLst/>
              <a:cxnLst/>
              <a:rect l="l" t="t" r="r" b="b"/>
              <a:pathLst>
                <a:path w="4857"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5" name="Google Shape;3665;p12"/>
            <p:cNvSpPr/>
            <p:nvPr/>
          </p:nvSpPr>
          <p:spPr>
            <a:xfrm rot="10800000">
              <a:off x="6951800" y="2659036"/>
              <a:ext cx="117892" cy="117892"/>
            </a:xfrm>
            <a:custGeom>
              <a:avLst/>
              <a:gdLst/>
              <a:ahLst/>
              <a:cxnLst/>
              <a:rect l="l" t="t" r="r" b="b"/>
              <a:pathLst>
                <a:path w="4857" h="4857"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6" name="Google Shape;3666;p12"/>
            <p:cNvSpPr/>
            <p:nvPr/>
          </p:nvSpPr>
          <p:spPr>
            <a:xfrm rot="10800000">
              <a:off x="6805680" y="320938"/>
              <a:ext cx="117867" cy="117892"/>
            </a:xfrm>
            <a:custGeom>
              <a:avLst/>
              <a:gdLst/>
              <a:ahLst/>
              <a:cxnLst/>
              <a:rect l="l" t="t" r="r" b="b"/>
              <a:pathLst>
                <a:path w="4856" h="4857" extrusionOk="0">
                  <a:moveTo>
                    <a:pt x="0" y="1"/>
                  </a:moveTo>
                  <a:lnTo>
                    <a:pt x="0"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7" name="Google Shape;3667;p12"/>
            <p:cNvSpPr/>
            <p:nvPr/>
          </p:nvSpPr>
          <p:spPr>
            <a:xfrm rot="10800000">
              <a:off x="6513415" y="2805180"/>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8" name="Google Shape;3668;p12"/>
            <p:cNvSpPr/>
            <p:nvPr/>
          </p:nvSpPr>
          <p:spPr>
            <a:xfrm rot="10800000">
              <a:off x="6367294" y="467083"/>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69" name="Google Shape;3669;p12"/>
          <p:cNvGrpSpPr/>
          <p:nvPr/>
        </p:nvGrpSpPr>
        <p:grpSpPr>
          <a:xfrm rot="10800000">
            <a:off x="28739" y="28698"/>
            <a:ext cx="1286904" cy="5086302"/>
            <a:chOff x="6367294" y="28698"/>
            <a:chExt cx="1286904" cy="5086302"/>
          </a:xfrm>
        </p:grpSpPr>
        <p:sp>
          <p:nvSpPr>
            <p:cNvPr id="3670" name="Google Shape;3670;p12"/>
            <p:cNvSpPr/>
            <p:nvPr/>
          </p:nvSpPr>
          <p:spPr>
            <a:xfrm rot="10800000">
              <a:off x="7536331" y="613204"/>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1" name="Google Shape;3671;p12"/>
            <p:cNvSpPr/>
            <p:nvPr/>
          </p:nvSpPr>
          <p:spPr>
            <a:xfrm rot="10800000">
              <a:off x="7244066" y="2659036"/>
              <a:ext cx="117867" cy="117892"/>
            </a:xfrm>
            <a:custGeom>
              <a:avLst/>
              <a:gdLst/>
              <a:ahLst/>
              <a:cxnLst/>
              <a:rect l="l" t="t" r="r" b="b"/>
              <a:pathLst>
                <a:path w="4856" h="4857"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2" name="Google Shape;3672;p12"/>
            <p:cNvSpPr/>
            <p:nvPr/>
          </p:nvSpPr>
          <p:spPr>
            <a:xfrm rot="10800000">
              <a:off x="7244066" y="174818"/>
              <a:ext cx="117867" cy="117867"/>
            </a:xfrm>
            <a:custGeom>
              <a:avLst/>
              <a:gdLst/>
              <a:ahLst/>
              <a:cxnLst/>
              <a:rect l="l" t="t" r="r" b="b"/>
              <a:pathLst>
                <a:path w="4856" h="4856" extrusionOk="0">
                  <a:moveTo>
                    <a:pt x="0" y="0"/>
                  </a:moveTo>
                  <a:lnTo>
                    <a:pt x="0" y="4856"/>
                  </a:lnTo>
                  <a:lnTo>
                    <a:pt x="4855" y="4856"/>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3" name="Google Shape;3673;p12"/>
            <p:cNvSpPr/>
            <p:nvPr/>
          </p:nvSpPr>
          <p:spPr>
            <a:xfrm rot="10800000">
              <a:off x="6659535" y="4266482"/>
              <a:ext cx="117892" cy="117867"/>
            </a:xfrm>
            <a:custGeom>
              <a:avLst/>
              <a:gdLst/>
              <a:ahLst/>
              <a:cxnLst/>
              <a:rect l="l" t="t" r="r" b="b"/>
              <a:pathLst>
                <a:path w="4857"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4" name="Google Shape;3674;p12"/>
            <p:cNvSpPr/>
            <p:nvPr/>
          </p:nvSpPr>
          <p:spPr>
            <a:xfrm rot="10800000">
              <a:off x="7536331" y="4704867"/>
              <a:ext cx="117867" cy="117892"/>
            </a:xfrm>
            <a:custGeom>
              <a:avLst/>
              <a:gdLst/>
              <a:ahLst/>
              <a:cxnLst/>
              <a:rect l="l" t="t" r="r" b="b"/>
              <a:pathLst>
                <a:path w="4856" h="4857"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5" name="Google Shape;3675;p12"/>
            <p:cNvSpPr/>
            <p:nvPr/>
          </p:nvSpPr>
          <p:spPr>
            <a:xfrm rot="10800000">
              <a:off x="7536331" y="4558747"/>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6" name="Google Shape;3676;p12"/>
            <p:cNvSpPr/>
            <p:nvPr/>
          </p:nvSpPr>
          <p:spPr>
            <a:xfrm rot="10800000">
              <a:off x="7536331" y="4266482"/>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7" name="Google Shape;3677;p12"/>
            <p:cNvSpPr/>
            <p:nvPr/>
          </p:nvSpPr>
          <p:spPr>
            <a:xfrm rot="10800000">
              <a:off x="7536331" y="3974217"/>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8" name="Google Shape;3678;p12"/>
            <p:cNvSpPr/>
            <p:nvPr/>
          </p:nvSpPr>
          <p:spPr>
            <a:xfrm rot="10800000">
              <a:off x="7536331" y="3828096"/>
              <a:ext cx="117867" cy="117867"/>
            </a:xfrm>
            <a:custGeom>
              <a:avLst/>
              <a:gdLst/>
              <a:ahLst/>
              <a:cxnLst/>
              <a:rect l="l" t="t" r="r" b="b"/>
              <a:pathLst>
                <a:path w="4856" h="4856" extrusionOk="0">
                  <a:moveTo>
                    <a:pt x="0" y="0"/>
                  </a:moveTo>
                  <a:lnTo>
                    <a:pt x="0" y="4856"/>
                  </a:lnTo>
                  <a:lnTo>
                    <a:pt x="4855" y="4856"/>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9" name="Google Shape;3679;p12"/>
            <p:cNvSpPr/>
            <p:nvPr/>
          </p:nvSpPr>
          <p:spPr>
            <a:xfrm rot="10800000">
              <a:off x="7536331" y="3681951"/>
              <a:ext cx="117867" cy="117892"/>
            </a:xfrm>
            <a:custGeom>
              <a:avLst/>
              <a:gdLst/>
              <a:ahLst/>
              <a:cxnLst/>
              <a:rect l="l" t="t" r="r" b="b"/>
              <a:pathLst>
                <a:path w="4856" h="4857"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0" name="Google Shape;3680;p12"/>
            <p:cNvSpPr/>
            <p:nvPr/>
          </p:nvSpPr>
          <p:spPr>
            <a:xfrm rot="10800000">
              <a:off x="7536331" y="3535831"/>
              <a:ext cx="117867" cy="117867"/>
            </a:xfrm>
            <a:custGeom>
              <a:avLst/>
              <a:gdLst/>
              <a:ahLst/>
              <a:cxnLst/>
              <a:rect l="l" t="t" r="r" b="b"/>
              <a:pathLst>
                <a:path w="4856" h="4856" extrusionOk="0">
                  <a:moveTo>
                    <a:pt x="0" y="0"/>
                  </a:moveTo>
                  <a:lnTo>
                    <a:pt x="0" y="4856"/>
                  </a:lnTo>
                  <a:lnTo>
                    <a:pt x="4855" y="4856"/>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1" name="Google Shape;3681;p12"/>
            <p:cNvSpPr/>
            <p:nvPr/>
          </p:nvSpPr>
          <p:spPr>
            <a:xfrm rot="10800000">
              <a:off x="7536331" y="3097445"/>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2" name="Google Shape;3682;p12"/>
            <p:cNvSpPr/>
            <p:nvPr/>
          </p:nvSpPr>
          <p:spPr>
            <a:xfrm rot="10800000">
              <a:off x="7536331" y="2951301"/>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3" name="Google Shape;3683;p12"/>
            <p:cNvSpPr/>
            <p:nvPr/>
          </p:nvSpPr>
          <p:spPr>
            <a:xfrm rot="10800000">
              <a:off x="7536331" y="2805180"/>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4" name="Google Shape;3684;p12"/>
            <p:cNvSpPr/>
            <p:nvPr/>
          </p:nvSpPr>
          <p:spPr>
            <a:xfrm rot="10800000">
              <a:off x="7536331" y="2659036"/>
              <a:ext cx="117867" cy="117892"/>
            </a:xfrm>
            <a:custGeom>
              <a:avLst/>
              <a:gdLst/>
              <a:ahLst/>
              <a:cxnLst/>
              <a:rect l="l" t="t" r="r" b="b"/>
              <a:pathLst>
                <a:path w="4856" h="4857"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5" name="Google Shape;3685;p12"/>
            <p:cNvSpPr/>
            <p:nvPr/>
          </p:nvSpPr>
          <p:spPr>
            <a:xfrm rot="10800000">
              <a:off x="7536331" y="2512915"/>
              <a:ext cx="117867" cy="117867"/>
            </a:xfrm>
            <a:custGeom>
              <a:avLst/>
              <a:gdLst/>
              <a:ahLst/>
              <a:cxnLst/>
              <a:rect l="l" t="t" r="r" b="b"/>
              <a:pathLst>
                <a:path w="4856" h="4856" extrusionOk="0">
                  <a:moveTo>
                    <a:pt x="0" y="0"/>
                  </a:moveTo>
                  <a:lnTo>
                    <a:pt x="0" y="4856"/>
                  </a:lnTo>
                  <a:lnTo>
                    <a:pt x="4855" y="4856"/>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6" name="Google Shape;3686;p12"/>
            <p:cNvSpPr/>
            <p:nvPr/>
          </p:nvSpPr>
          <p:spPr>
            <a:xfrm rot="10800000">
              <a:off x="7536331" y="2366770"/>
              <a:ext cx="117867" cy="117892"/>
            </a:xfrm>
            <a:custGeom>
              <a:avLst/>
              <a:gdLst/>
              <a:ahLst/>
              <a:cxnLst/>
              <a:rect l="l" t="t" r="r" b="b"/>
              <a:pathLst>
                <a:path w="4856" h="4857"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7" name="Google Shape;3687;p12"/>
            <p:cNvSpPr/>
            <p:nvPr/>
          </p:nvSpPr>
          <p:spPr>
            <a:xfrm rot="10800000">
              <a:off x="7536331" y="2220650"/>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8" name="Google Shape;3688;p12"/>
            <p:cNvSpPr/>
            <p:nvPr/>
          </p:nvSpPr>
          <p:spPr>
            <a:xfrm rot="10800000">
              <a:off x="7536331" y="2074529"/>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9" name="Google Shape;3689;p12"/>
            <p:cNvSpPr/>
            <p:nvPr/>
          </p:nvSpPr>
          <p:spPr>
            <a:xfrm rot="10800000">
              <a:off x="7536331" y="1928385"/>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0" name="Google Shape;3690;p12"/>
            <p:cNvSpPr/>
            <p:nvPr/>
          </p:nvSpPr>
          <p:spPr>
            <a:xfrm rot="10800000">
              <a:off x="7536331" y="1782264"/>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1" name="Google Shape;3691;p12"/>
            <p:cNvSpPr/>
            <p:nvPr/>
          </p:nvSpPr>
          <p:spPr>
            <a:xfrm rot="10800000">
              <a:off x="7536331" y="1489999"/>
              <a:ext cx="117867" cy="117867"/>
            </a:xfrm>
            <a:custGeom>
              <a:avLst/>
              <a:gdLst/>
              <a:ahLst/>
              <a:cxnLst/>
              <a:rect l="l" t="t" r="r" b="b"/>
              <a:pathLst>
                <a:path w="4856" h="4856" extrusionOk="0">
                  <a:moveTo>
                    <a:pt x="0" y="0"/>
                  </a:moveTo>
                  <a:lnTo>
                    <a:pt x="0" y="4856"/>
                  </a:lnTo>
                  <a:lnTo>
                    <a:pt x="4855" y="4856"/>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2" name="Google Shape;3692;p12"/>
            <p:cNvSpPr/>
            <p:nvPr/>
          </p:nvSpPr>
          <p:spPr>
            <a:xfrm rot="10800000">
              <a:off x="7536331" y="1197734"/>
              <a:ext cx="117867" cy="117867"/>
            </a:xfrm>
            <a:custGeom>
              <a:avLst/>
              <a:gdLst/>
              <a:ahLst/>
              <a:cxnLst/>
              <a:rect l="l" t="t" r="r" b="b"/>
              <a:pathLst>
                <a:path w="4856" h="4856" extrusionOk="0">
                  <a:moveTo>
                    <a:pt x="0" y="0"/>
                  </a:moveTo>
                  <a:lnTo>
                    <a:pt x="0" y="4856"/>
                  </a:lnTo>
                  <a:lnTo>
                    <a:pt x="4855" y="4856"/>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3" name="Google Shape;3693;p12"/>
            <p:cNvSpPr/>
            <p:nvPr/>
          </p:nvSpPr>
          <p:spPr>
            <a:xfrm rot="10800000">
              <a:off x="7536331" y="1051613"/>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4" name="Google Shape;3694;p12"/>
            <p:cNvSpPr/>
            <p:nvPr/>
          </p:nvSpPr>
          <p:spPr>
            <a:xfrm rot="10800000">
              <a:off x="7536331" y="905469"/>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5" name="Google Shape;3695;p12"/>
            <p:cNvSpPr/>
            <p:nvPr/>
          </p:nvSpPr>
          <p:spPr>
            <a:xfrm rot="10800000">
              <a:off x="7536331" y="759348"/>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6" name="Google Shape;3696;p12"/>
            <p:cNvSpPr/>
            <p:nvPr/>
          </p:nvSpPr>
          <p:spPr>
            <a:xfrm rot="10800000">
              <a:off x="7536331" y="467083"/>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7" name="Google Shape;3697;p12"/>
            <p:cNvSpPr/>
            <p:nvPr/>
          </p:nvSpPr>
          <p:spPr>
            <a:xfrm rot="10800000">
              <a:off x="7536331" y="320938"/>
              <a:ext cx="117867" cy="117892"/>
            </a:xfrm>
            <a:custGeom>
              <a:avLst/>
              <a:gdLst/>
              <a:ahLst/>
              <a:cxnLst/>
              <a:rect l="l" t="t" r="r" b="b"/>
              <a:pathLst>
                <a:path w="4856" h="4857"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8" name="Google Shape;3698;p12"/>
            <p:cNvSpPr/>
            <p:nvPr/>
          </p:nvSpPr>
          <p:spPr>
            <a:xfrm rot="10800000">
              <a:off x="7536331" y="174818"/>
              <a:ext cx="117867" cy="117867"/>
            </a:xfrm>
            <a:custGeom>
              <a:avLst/>
              <a:gdLst/>
              <a:ahLst/>
              <a:cxnLst/>
              <a:rect l="l" t="t" r="r" b="b"/>
              <a:pathLst>
                <a:path w="4856" h="4856" extrusionOk="0">
                  <a:moveTo>
                    <a:pt x="0" y="0"/>
                  </a:moveTo>
                  <a:lnTo>
                    <a:pt x="0" y="4856"/>
                  </a:lnTo>
                  <a:lnTo>
                    <a:pt x="4855" y="4856"/>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9" name="Google Shape;3699;p12"/>
            <p:cNvSpPr/>
            <p:nvPr/>
          </p:nvSpPr>
          <p:spPr>
            <a:xfrm rot="10800000">
              <a:off x="7536331" y="28698"/>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0" name="Google Shape;3700;p12"/>
            <p:cNvSpPr/>
            <p:nvPr/>
          </p:nvSpPr>
          <p:spPr>
            <a:xfrm rot="10800000">
              <a:off x="7390210" y="4851012"/>
              <a:ext cx="117867" cy="117867"/>
            </a:xfrm>
            <a:custGeom>
              <a:avLst/>
              <a:gdLst/>
              <a:ahLst/>
              <a:cxnLst/>
              <a:rect l="l" t="t" r="r" b="b"/>
              <a:pathLst>
                <a:path w="4856"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1" name="Google Shape;3701;p12"/>
            <p:cNvSpPr/>
            <p:nvPr/>
          </p:nvSpPr>
          <p:spPr>
            <a:xfrm rot="10800000">
              <a:off x="7390210" y="4558747"/>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2" name="Google Shape;3702;p12"/>
            <p:cNvSpPr/>
            <p:nvPr/>
          </p:nvSpPr>
          <p:spPr>
            <a:xfrm rot="10800000">
              <a:off x="7390210" y="4412627"/>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3" name="Google Shape;3703;p12"/>
            <p:cNvSpPr/>
            <p:nvPr/>
          </p:nvSpPr>
          <p:spPr>
            <a:xfrm rot="10800000">
              <a:off x="7390210" y="4266482"/>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4" name="Google Shape;3704;p12"/>
            <p:cNvSpPr/>
            <p:nvPr/>
          </p:nvSpPr>
          <p:spPr>
            <a:xfrm rot="10800000">
              <a:off x="7390210" y="4120361"/>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5" name="Google Shape;3705;p12"/>
            <p:cNvSpPr/>
            <p:nvPr/>
          </p:nvSpPr>
          <p:spPr>
            <a:xfrm rot="10800000">
              <a:off x="7390210" y="3828096"/>
              <a:ext cx="117867" cy="117867"/>
            </a:xfrm>
            <a:custGeom>
              <a:avLst/>
              <a:gdLst/>
              <a:ahLst/>
              <a:cxnLst/>
              <a:rect l="l" t="t" r="r" b="b"/>
              <a:pathLst>
                <a:path w="4856"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6" name="Google Shape;3706;p12"/>
            <p:cNvSpPr/>
            <p:nvPr/>
          </p:nvSpPr>
          <p:spPr>
            <a:xfrm rot="10800000">
              <a:off x="7390210" y="3535831"/>
              <a:ext cx="117867" cy="117867"/>
            </a:xfrm>
            <a:custGeom>
              <a:avLst/>
              <a:gdLst/>
              <a:ahLst/>
              <a:cxnLst/>
              <a:rect l="l" t="t" r="r" b="b"/>
              <a:pathLst>
                <a:path w="4856"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7" name="Google Shape;3707;p12"/>
            <p:cNvSpPr/>
            <p:nvPr/>
          </p:nvSpPr>
          <p:spPr>
            <a:xfrm rot="10800000">
              <a:off x="7390210" y="3389711"/>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8" name="Google Shape;3708;p12"/>
            <p:cNvSpPr/>
            <p:nvPr/>
          </p:nvSpPr>
          <p:spPr>
            <a:xfrm rot="10800000">
              <a:off x="7390210" y="3243566"/>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9" name="Google Shape;3709;p12"/>
            <p:cNvSpPr/>
            <p:nvPr/>
          </p:nvSpPr>
          <p:spPr>
            <a:xfrm rot="10800000">
              <a:off x="7390210" y="2951301"/>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0" name="Google Shape;3710;p12"/>
            <p:cNvSpPr/>
            <p:nvPr/>
          </p:nvSpPr>
          <p:spPr>
            <a:xfrm rot="10800000">
              <a:off x="7390210" y="2805180"/>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1" name="Google Shape;3711;p12"/>
            <p:cNvSpPr/>
            <p:nvPr/>
          </p:nvSpPr>
          <p:spPr>
            <a:xfrm rot="10800000">
              <a:off x="7390210" y="2659036"/>
              <a:ext cx="117867" cy="117892"/>
            </a:xfrm>
            <a:custGeom>
              <a:avLst/>
              <a:gdLst/>
              <a:ahLst/>
              <a:cxnLst/>
              <a:rect l="l" t="t" r="r" b="b"/>
              <a:pathLst>
                <a:path w="4856" h="4857"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2" name="Google Shape;3712;p12"/>
            <p:cNvSpPr/>
            <p:nvPr/>
          </p:nvSpPr>
          <p:spPr>
            <a:xfrm rot="10800000">
              <a:off x="7390210" y="2512915"/>
              <a:ext cx="117867" cy="117867"/>
            </a:xfrm>
            <a:custGeom>
              <a:avLst/>
              <a:gdLst/>
              <a:ahLst/>
              <a:cxnLst/>
              <a:rect l="l" t="t" r="r" b="b"/>
              <a:pathLst>
                <a:path w="4856"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3" name="Google Shape;3713;p12"/>
            <p:cNvSpPr/>
            <p:nvPr/>
          </p:nvSpPr>
          <p:spPr>
            <a:xfrm rot="10800000">
              <a:off x="7390210" y="2366770"/>
              <a:ext cx="117867" cy="117892"/>
            </a:xfrm>
            <a:custGeom>
              <a:avLst/>
              <a:gdLst/>
              <a:ahLst/>
              <a:cxnLst/>
              <a:rect l="l" t="t" r="r" b="b"/>
              <a:pathLst>
                <a:path w="4856" h="4857"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4" name="Google Shape;3714;p12"/>
            <p:cNvSpPr/>
            <p:nvPr/>
          </p:nvSpPr>
          <p:spPr>
            <a:xfrm rot="10800000">
              <a:off x="7390210" y="2220650"/>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5" name="Google Shape;3715;p12"/>
            <p:cNvSpPr/>
            <p:nvPr/>
          </p:nvSpPr>
          <p:spPr>
            <a:xfrm rot="10800000">
              <a:off x="7390210" y="2074529"/>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6" name="Google Shape;3716;p12"/>
            <p:cNvSpPr/>
            <p:nvPr/>
          </p:nvSpPr>
          <p:spPr>
            <a:xfrm rot="10800000">
              <a:off x="7390210" y="1782264"/>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7" name="Google Shape;3717;p12"/>
            <p:cNvSpPr/>
            <p:nvPr/>
          </p:nvSpPr>
          <p:spPr>
            <a:xfrm rot="10800000">
              <a:off x="7390210" y="1489999"/>
              <a:ext cx="117867" cy="117867"/>
            </a:xfrm>
            <a:custGeom>
              <a:avLst/>
              <a:gdLst/>
              <a:ahLst/>
              <a:cxnLst/>
              <a:rect l="l" t="t" r="r" b="b"/>
              <a:pathLst>
                <a:path w="4856"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8" name="Google Shape;3718;p12"/>
            <p:cNvSpPr/>
            <p:nvPr/>
          </p:nvSpPr>
          <p:spPr>
            <a:xfrm rot="10800000">
              <a:off x="7390210" y="1343854"/>
              <a:ext cx="117867" cy="117892"/>
            </a:xfrm>
            <a:custGeom>
              <a:avLst/>
              <a:gdLst/>
              <a:ahLst/>
              <a:cxnLst/>
              <a:rect l="l" t="t" r="r" b="b"/>
              <a:pathLst>
                <a:path w="4856" h="4857"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9" name="Google Shape;3719;p12"/>
            <p:cNvSpPr/>
            <p:nvPr/>
          </p:nvSpPr>
          <p:spPr>
            <a:xfrm rot="10800000">
              <a:off x="7390210" y="1197734"/>
              <a:ext cx="117867" cy="117867"/>
            </a:xfrm>
            <a:custGeom>
              <a:avLst/>
              <a:gdLst/>
              <a:ahLst/>
              <a:cxnLst/>
              <a:rect l="l" t="t" r="r" b="b"/>
              <a:pathLst>
                <a:path w="4856"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0" name="Google Shape;3720;p12"/>
            <p:cNvSpPr/>
            <p:nvPr/>
          </p:nvSpPr>
          <p:spPr>
            <a:xfrm rot="10800000">
              <a:off x="7390210" y="1051613"/>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1" name="Google Shape;3721;p12"/>
            <p:cNvSpPr/>
            <p:nvPr/>
          </p:nvSpPr>
          <p:spPr>
            <a:xfrm rot="10800000">
              <a:off x="7390210" y="759348"/>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2" name="Google Shape;3722;p12"/>
            <p:cNvSpPr/>
            <p:nvPr/>
          </p:nvSpPr>
          <p:spPr>
            <a:xfrm rot="10800000">
              <a:off x="7390210" y="613204"/>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3" name="Google Shape;3723;p12"/>
            <p:cNvSpPr/>
            <p:nvPr/>
          </p:nvSpPr>
          <p:spPr>
            <a:xfrm rot="10800000">
              <a:off x="7390210" y="320938"/>
              <a:ext cx="117867" cy="117892"/>
            </a:xfrm>
            <a:custGeom>
              <a:avLst/>
              <a:gdLst/>
              <a:ahLst/>
              <a:cxnLst/>
              <a:rect l="l" t="t" r="r" b="b"/>
              <a:pathLst>
                <a:path w="4856" h="4857"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4" name="Google Shape;3724;p12"/>
            <p:cNvSpPr/>
            <p:nvPr/>
          </p:nvSpPr>
          <p:spPr>
            <a:xfrm rot="10800000">
              <a:off x="7390210" y="28698"/>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5" name="Google Shape;3725;p12"/>
            <p:cNvSpPr/>
            <p:nvPr/>
          </p:nvSpPr>
          <p:spPr>
            <a:xfrm rot="10800000">
              <a:off x="7244066" y="4704867"/>
              <a:ext cx="117867" cy="117892"/>
            </a:xfrm>
            <a:custGeom>
              <a:avLst/>
              <a:gdLst/>
              <a:ahLst/>
              <a:cxnLst/>
              <a:rect l="l" t="t" r="r" b="b"/>
              <a:pathLst>
                <a:path w="4856" h="4857"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6" name="Google Shape;3726;p12"/>
            <p:cNvSpPr/>
            <p:nvPr/>
          </p:nvSpPr>
          <p:spPr>
            <a:xfrm rot="10800000">
              <a:off x="7244066" y="4266482"/>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7" name="Google Shape;3727;p12"/>
            <p:cNvSpPr/>
            <p:nvPr/>
          </p:nvSpPr>
          <p:spPr>
            <a:xfrm rot="10800000">
              <a:off x="7244066" y="4120361"/>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8" name="Google Shape;3728;p12"/>
            <p:cNvSpPr/>
            <p:nvPr/>
          </p:nvSpPr>
          <p:spPr>
            <a:xfrm rot="10800000">
              <a:off x="7244066" y="3974217"/>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9" name="Google Shape;3729;p12"/>
            <p:cNvSpPr/>
            <p:nvPr/>
          </p:nvSpPr>
          <p:spPr>
            <a:xfrm rot="10800000">
              <a:off x="7244066" y="3681951"/>
              <a:ext cx="117867" cy="117892"/>
            </a:xfrm>
            <a:custGeom>
              <a:avLst/>
              <a:gdLst/>
              <a:ahLst/>
              <a:cxnLst/>
              <a:rect l="l" t="t" r="r" b="b"/>
              <a:pathLst>
                <a:path w="4856" h="4857"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0" name="Google Shape;3730;p12"/>
            <p:cNvSpPr/>
            <p:nvPr/>
          </p:nvSpPr>
          <p:spPr>
            <a:xfrm rot="10800000">
              <a:off x="7244066" y="3389711"/>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1" name="Google Shape;3731;p12"/>
            <p:cNvSpPr/>
            <p:nvPr/>
          </p:nvSpPr>
          <p:spPr>
            <a:xfrm rot="10800000">
              <a:off x="7244066" y="3243566"/>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2" name="Google Shape;3732;p12"/>
            <p:cNvSpPr/>
            <p:nvPr/>
          </p:nvSpPr>
          <p:spPr>
            <a:xfrm rot="10800000">
              <a:off x="7244066" y="3097445"/>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3" name="Google Shape;3733;p12"/>
            <p:cNvSpPr/>
            <p:nvPr/>
          </p:nvSpPr>
          <p:spPr>
            <a:xfrm rot="10800000">
              <a:off x="7244066" y="2805180"/>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4" name="Google Shape;3734;p12"/>
            <p:cNvSpPr/>
            <p:nvPr/>
          </p:nvSpPr>
          <p:spPr>
            <a:xfrm rot="10800000">
              <a:off x="7244066" y="2512915"/>
              <a:ext cx="117867" cy="117867"/>
            </a:xfrm>
            <a:custGeom>
              <a:avLst/>
              <a:gdLst/>
              <a:ahLst/>
              <a:cxnLst/>
              <a:rect l="l" t="t" r="r" b="b"/>
              <a:pathLst>
                <a:path w="4856" h="4856" extrusionOk="0">
                  <a:moveTo>
                    <a:pt x="0" y="0"/>
                  </a:moveTo>
                  <a:lnTo>
                    <a:pt x="0" y="4856"/>
                  </a:lnTo>
                  <a:lnTo>
                    <a:pt x="4855" y="4856"/>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5" name="Google Shape;3735;p12"/>
            <p:cNvSpPr/>
            <p:nvPr/>
          </p:nvSpPr>
          <p:spPr>
            <a:xfrm rot="10800000">
              <a:off x="7244066" y="2220650"/>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6" name="Google Shape;3736;p12"/>
            <p:cNvSpPr/>
            <p:nvPr/>
          </p:nvSpPr>
          <p:spPr>
            <a:xfrm rot="10800000">
              <a:off x="7244066" y="1928385"/>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7" name="Google Shape;3737;p12"/>
            <p:cNvSpPr/>
            <p:nvPr/>
          </p:nvSpPr>
          <p:spPr>
            <a:xfrm rot="10800000">
              <a:off x="7244066" y="1782264"/>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8" name="Google Shape;3738;p12"/>
            <p:cNvSpPr/>
            <p:nvPr/>
          </p:nvSpPr>
          <p:spPr>
            <a:xfrm rot="10800000">
              <a:off x="7244066" y="1343854"/>
              <a:ext cx="117867" cy="117892"/>
            </a:xfrm>
            <a:custGeom>
              <a:avLst/>
              <a:gdLst/>
              <a:ahLst/>
              <a:cxnLst/>
              <a:rect l="l" t="t" r="r" b="b"/>
              <a:pathLst>
                <a:path w="4856" h="4857"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9" name="Google Shape;3739;p12"/>
            <p:cNvSpPr/>
            <p:nvPr/>
          </p:nvSpPr>
          <p:spPr>
            <a:xfrm rot="10800000">
              <a:off x="7244066" y="1197734"/>
              <a:ext cx="117867" cy="117867"/>
            </a:xfrm>
            <a:custGeom>
              <a:avLst/>
              <a:gdLst/>
              <a:ahLst/>
              <a:cxnLst/>
              <a:rect l="l" t="t" r="r" b="b"/>
              <a:pathLst>
                <a:path w="4856" h="4856" extrusionOk="0">
                  <a:moveTo>
                    <a:pt x="0" y="0"/>
                  </a:moveTo>
                  <a:lnTo>
                    <a:pt x="0" y="4856"/>
                  </a:lnTo>
                  <a:lnTo>
                    <a:pt x="4855" y="4856"/>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0" name="Google Shape;3740;p12"/>
            <p:cNvSpPr/>
            <p:nvPr/>
          </p:nvSpPr>
          <p:spPr>
            <a:xfrm rot="10800000">
              <a:off x="7244066" y="1051613"/>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1" name="Google Shape;3741;p12"/>
            <p:cNvSpPr/>
            <p:nvPr/>
          </p:nvSpPr>
          <p:spPr>
            <a:xfrm rot="10800000">
              <a:off x="7244066" y="905469"/>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2" name="Google Shape;3742;p12"/>
            <p:cNvSpPr/>
            <p:nvPr/>
          </p:nvSpPr>
          <p:spPr>
            <a:xfrm rot="10800000">
              <a:off x="7244066" y="759348"/>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3" name="Google Shape;3743;p12"/>
            <p:cNvSpPr/>
            <p:nvPr/>
          </p:nvSpPr>
          <p:spPr>
            <a:xfrm rot="10800000">
              <a:off x="7244066" y="467083"/>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4" name="Google Shape;3744;p12"/>
            <p:cNvSpPr/>
            <p:nvPr/>
          </p:nvSpPr>
          <p:spPr>
            <a:xfrm rot="10800000">
              <a:off x="7244066" y="320938"/>
              <a:ext cx="117867" cy="117892"/>
            </a:xfrm>
            <a:custGeom>
              <a:avLst/>
              <a:gdLst/>
              <a:ahLst/>
              <a:cxnLst/>
              <a:rect l="l" t="t" r="r" b="b"/>
              <a:pathLst>
                <a:path w="4856" h="4857"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5" name="Google Shape;3745;p12"/>
            <p:cNvSpPr/>
            <p:nvPr/>
          </p:nvSpPr>
          <p:spPr>
            <a:xfrm rot="10800000">
              <a:off x="7097945" y="4997133"/>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6" name="Google Shape;3746;p12"/>
            <p:cNvSpPr/>
            <p:nvPr/>
          </p:nvSpPr>
          <p:spPr>
            <a:xfrm rot="10800000">
              <a:off x="7097945" y="4558747"/>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7" name="Google Shape;3747;p12"/>
            <p:cNvSpPr/>
            <p:nvPr/>
          </p:nvSpPr>
          <p:spPr>
            <a:xfrm rot="10800000">
              <a:off x="7097945" y="4266482"/>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8" name="Google Shape;3748;p12"/>
            <p:cNvSpPr/>
            <p:nvPr/>
          </p:nvSpPr>
          <p:spPr>
            <a:xfrm rot="10800000">
              <a:off x="7097945" y="3828096"/>
              <a:ext cx="117867" cy="117867"/>
            </a:xfrm>
            <a:custGeom>
              <a:avLst/>
              <a:gdLst/>
              <a:ahLst/>
              <a:cxnLst/>
              <a:rect l="l" t="t" r="r" b="b"/>
              <a:pathLst>
                <a:path w="4856"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9" name="Google Shape;3749;p12"/>
            <p:cNvSpPr/>
            <p:nvPr/>
          </p:nvSpPr>
          <p:spPr>
            <a:xfrm rot="10800000">
              <a:off x="7097945" y="3681951"/>
              <a:ext cx="117867" cy="117892"/>
            </a:xfrm>
            <a:custGeom>
              <a:avLst/>
              <a:gdLst/>
              <a:ahLst/>
              <a:cxnLst/>
              <a:rect l="l" t="t" r="r" b="b"/>
              <a:pathLst>
                <a:path w="4856" h="4857"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0" name="Google Shape;3750;p12"/>
            <p:cNvSpPr/>
            <p:nvPr/>
          </p:nvSpPr>
          <p:spPr>
            <a:xfrm rot="10800000">
              <a:off x="7097945" y="3097445"/>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1" name="Google Shape;3751;p12"/>
            <p:cNvSpPr/>
            <p:nvPr/>
          </p:nvSpPr>
          <p:spPr>
            <a:xfrm rot="10800000">
              <a:off x="7097945" y="2951301"/>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2" name="Google Shape;3752;p12"/>
            <p:cNvSpPr/>
            <p:nvPr/>
          </p:nvSpPr>
          <p:spPr>
            <a:xfrm rot="10800000">
              <a:off x="7097945" y="2659036"/>
              <a:ext cx="117867" cy="117892"/>
            </a:xfrm>
            <a:custGeom>
              <a:avLst/>
              <a:gdLst/>
              <a:ahLst/>
              <a:cxnLst/>
              <a:rect l="l" t="t" r="r" b="b"/>
              <a:pathLst>
                <a:path w="4856" h="4857"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3" name="Google Shape;3753;p12"/>
            <p:cNvSpPr/>
            <p:nvPr/>
          </p:nvSpPr>
          <p:spPr>
            <a:xfrm rot="10800000">
              <a:off x="7097945" y="2512915"/>
              <a:ext cx="117867" cy="117867"/>
            </a:xfrm>
            <a:custGeom>
              <a:avLst/>
              <a:gdLst/>
              <a:ahLst/>
              <a:cxnLst/>
              <a:rect l="l" t="t" r="r" b="b"/>
              <a:pathLst>
                <a:path w="4856"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4" name="Google Shape;3754;p12"/>
            <p:cNvSpPr/>
            <p:nvPr/>
          </p:nvSpPr>
          <p:spPr>
            <a:xfrm rot="10800000">
              <a:off x="7097945" y="2366770"/>
              <a:ext cx="117867" cy="117892"/>
            </a:xfrm>
            <a:custGeom>
              <a:avLst/>
              <a:gdLst/>
              <a:ahLst/>
              <a:cxnLst/>
              <a:rect l="l" t="t" r="r" b="b"/>
              <a:pathLst>
                <a:path w="4856" h="4857"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5" name="Google Shape;3755;p12"/>
            <p:cNvSpPr/>
            <p:nvPr/>
          </p:nvSpPr>
          <p:spPr>
            <a:xfrm rot="10800000">
              <a:off x="7097945" y="2220650"/>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6" name="Google Shape;3756;p12"/>
            <p:cNvSpPr/>
            <p:nvPr/>
          </p:nvSpPr>
          <p:spPr>
            <a:xfrm rot="10800000">
              <a:off x="7097945" y="1782264"/>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7" name="Google Shape;3757;p12"/>
            <p:cNvSpPr/>
            <p:nvPr/>
          </p:nvSpPr>
          <p:spPr>
            <a:xfrm rot="10800000">
              <a:off x="7097945" y="1636120"/>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8" name="Google Shape;3758;p12"/>
            <p:cNvSpPr/>
            <p:nvPr/>
          </p:nvSpPr>
          <p:spPr>
            <a:xfrm rot="10800000">
              <a:off x="7097945" y="1489999"/>
              <a:ext cx="117867" cy="117867"/>
            </a:xfrm>
            <a:custGeom>
              <a:avLst/>
              <a:gdLst/>
              <a:ahLst/>
              <a:cxnLst/>
              <a:rect l="l" t="t" r="r" b="b"/>
              <a:pathLst>
                <a:path w="4856"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9" name="Google Shape;3759;p12"/>
            <p:cNvSpPr/>
            <p:nvPr/>
          </p:nvSpPr>
          <p:spPr>
            <a:xfrm rot="10800000">
              <a:off x="7097945" y="1197734"/>
              <a:ext cx="117867" cy="117867"/>
            </a:xfrm>
            <a:custGeom>
              <a:avLst/>
              <a:gdLst/>
              <a:ahLst/>
              <a:cxnLst/>
              <a:rect l="l" t="t" r="r" b="b"/>
              <a:pathLst>
                <a:path w="4856"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0" name="Google Shape;3760;p12"/>
            <p:cNvSpPr/>
            <p:nvPr/>
          </p:nvSpPr>
          <p:spPr>
            <a:xfrm rot="10800000">
              <a:off x="7097945" y="467083"/>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1" name="Google Shape;3761;p12"/>
            <p:cNvSpPr/>
            <p:nvPr/>
          </p:nvSpPr>
          <p:spPr>
            <a:xfrm rot="10800000">
              <a:off x="7097945" y="174818"/>
              <a:ext cx="117867" cy="117867"/>
            </a:xfrm>
            <a:custGeom>
              <a:avLst/>
              <a:gdLst/>
              <a:ahLst/>
              <a:cxnLst/>
              <a:rect l="l" t="t" r="r" b="b"/>
              <a:pathLst>
                <a:path w="4856"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2" name="Google Shape;3762;p12"/>
            <p:cNvSpPr/>
            <p:nvPr/>
          </p:nvSpPr>
          <p:spPr>
            <a:xfrm rot="10800000">
              <a:off x="7097945" y="28698"/>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3" name="Google Shape;3763;p12"/>
            <p:cNvSpPr/>
            <p:nvPr/>
          </p:nvSpPr>
          <p:spPr>
            <a:xfrm rot="10800000">
              <a:off x="6951800" y="4851012"/>
              <a:ext cx="117892" cy="117867"/>
            </a:xfrm>
            <a:custGeom>
              <a:avLst/>
              <a:gdLst/>
              <a:ahLst/>
              <a:cxnLst/>
              <a:rect l="l" t="t" r="r" b="b"/>
              <a:pathLst>
                <a:path w="4857"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4" name="Google Shape;3764;p12"/>
            <p:cNvSpPr/>
            <p:nvPr/>
          </p:nvSpPr>
          <p:spPr>
            <a:xfrm rot="10800000">
              <a:off x="6951800" y="4704867"/>
              <a:ext cx="117892" cy="117892"/>
            </a:xfrm>
            <a:custGeom>
              <a:avLst/>
              <a:gdLst/>
              <a:ahLst/>
              <a:cxnLst/>
              <a:rect l="l" t="t" r="r" b="b"/>
              <a:pathLst>
                <a:path w="4857" h="4857"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5" name="Google Shape;3765;p12"/>
            <p:cNvSpPr/>
            <p:nvPr/>
          </p:nvSpPr>
          <p:spPr>
            <a:xfrm rot="10800000">
              <a:off x="6951800" y="4266482"/>
              <a:ext cx="117892" cy="117867"/>
            </a:xfrm>
            <a:custGeom>
              <a:avLst/>
              <a:gdLst/>
              <a:ahLst/>
              <a:cxnLst/>
              <a:rect l="l" t="t" r="r" b="b"/>
              <a:pathLst>
                <a:path w="4857"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6" name="Google Shape;3766;p12"/>
            <p:cNvSpPr/>
            <p:nvPr/>
          </p:nvSpPr>
          <p:spPr>
            <a:xfrm rot="10800000">
              <a:off x="6951800" y="3974217"/>
              <a:ext cx="117892" cy="117867"/>
            </a:xfrm>
            <a:custGeom>
              <a:avLst/>
              <a:gdLst/>
              <a:ahLst/>
              <a:cxnLst/>
              <a:rect l="l" t="t" r="r" b="b"/>
              <a:pathLst>
                <a:path w="4857"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7" name="Google Shape;3767;p12"/>
            <p:cNvSpPr/>
            <p:nvPr/>
          </p:nvSpPr>
          <p:spPr>
            <a:xfrm rot="10800000">
              <a:off x="6951800" y="3681951"/>
              <a:ext cx="117892" cy="117892"/>
            </a:xfrm>
            <a:custGeom>
              <a:avLst/>
              <a:gdLst/>
              <a:ahLst/>
              <a:cxnLst/>
              <a:rect l="l" t="t" r="r" b="b"/>
              <a:pathLst>
                <a:path w="4857" h="4857"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8" name="Google Shape;3768;p12"/>
            <p:cNvSpPr/>
            <p:nvPr/>
          </p:nvSpPr>
          <p:spPr>
            <a:xfrm rot="10800000">
              <a:off x="6951800" y="3243566"/>
              <a:ext cx="117892" cy="117867"/>
            </a:xfrm>
            <a:custGeom>
              <a:avLst/>
              <a:gdLst/>
              <a:ahLst/>
              <a:cxnLst/>
              <a:rect l="l" t="t" r="r" b="b"/>
              <a:pathLst>
                <a:path w="4857"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9" name="Google Shape;3769;p12"/>
            <p:cNvSpPr/>
            <p:nvPr/>
          </p:nvSpPr>
          <p:spPr>
            <a:xfrm rot="10800000">
              <a:off x="6951800" y="2951301"/>
              <a:ext cx="117892" cy="117867"/>
            </a:xfrm>
            <a:custGeom>
              <a:avLst/>
              <a:gdLst/>
              <a:ahLst/>
              <a:cxnLst/>
              <a:rect l="l" t="t" r="r" b="b"/>
              <a:pathLst>
                <a:path w="4857"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0" name="Google Shape;3770;p12"/>
            <p:cNvSpPr/>
            <p:nvPr/>
          </p:nvSpPr>
          <p:spPr>
            <a:xfrm rot="10800000">
              <a:off x="6951800" y="2512915"/>
              <a:ext cx="117892" cy="117867"/>
            </a:xfrm>
            <a:custGeom>
              <a:avLst/>
              <a:gdLst/>
              <a:ahLst/>
              <a:cxnLst/>
              <a:rect l="l" t="t" r="r" b="b"/>
              <a:pathLst>
                <a:path w="4857"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1" name="Google Shape;3771;p12"/>
            <p:cNvSpPr/>
            <p:nvPr/>
          </p:nvSpPr>
          <p:spPr>
            <a:xfrm rot="10800000">
              <a:off x="6951800" y="2220650"/>
              <a:ext cx="117892" cy="117867"/>
            </a:xfrm>
            <a:custGeom>
              <a:avLst/>
              <a:gdLst/>
              <a:ahLst/>
              <a:cxnLst/>
              <a:rect l="l" t="t" r="r" b="b"/>
              <a:pathLst>
                <a:path w="4857"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2" name="Google Shape;3772;p12"/>
            <p:cNvSpPr/>
            <p:nvPr/>
          </p:nvSpPr>
          <p:spPr>
            <a:xfrm rot="10800000">
              <a:off x="6951800" y="2074529"/>
              <a:ext cx="117892" cy="117867"/>
            </a:xfrm>
            <a:custGeom>
              <a:avLst/>
              <a:gdLst/>
              <a:ahLst/>
              <a:cxnLst/>
              <a:rect l="l" t="t" r="r" b="b"/>
              <a:pathLst>
                <a:path w="4857"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3" name="Google Shape;3773;p12"/>
            <p:cNvSpPr/>
            <p:nvPr/>
          </p:nvSpPr>
          <p:spPr>
            <a:xfrm rot="10800000">
              <a:off x="6951800" y="1782264"/>
              <a:ext cx="117892" cy="117867"/>
            </a:xfrm>
            <a:custGeom>
              <a:avLst/>
              <a:gdLst/>
              <a:ahLst/>
              <a:cxnLst/>
              <a:rect l="l" t="t" r="r" b="b"/>
              <a:pathLst>
                <a:path w="4857"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4" name="Google Shape;3774;p12"/>
            <p:cNvSpPr/>
            <p:nvPr/>
          </p:nvSpPr>
          <p:spPr>
            <a:xfrm rot="10800000">
              <a:off x="6951800" y="1636120"/>
              <a:ext cx="117892" cy="117867"/>
            </a:xfrm>
            <a:custGeom>
              <a:avLst/>
              <a:gdLst/>
              <a:ahLst/>
              <a:cxnLst/>
              <a:rect l="l" t="t" r="r" b="b"/>
              <a:pathLst>
                <a:path w="4857"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5" name="Google Shape;3775;p12"/>
            <p:cNvSpPr/>
            <p:nvPr/>
          </p:nvSpPr>
          <p:spPr>
            <a:xfrm rot="10800000">
              <a:off x="6951800" y="1489999"/>
              <a:ext cx="117892" cy="117867"/>
            </a:xfrm>
            <a:custGeom>
              <a:avLst/>
              <a:gdLst/>
              <a:ahLst/>
              <a:cxnLst/>
              <a:rect l="l" t="t" r="r" b="b"/>
              <a:pathLst>
                <a:path w="4857"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6" name="Google Shape;3776;p12"/>
            <p:cNvSpPr/>
            <p:nvPr/>
          </p:nvSpPr>
          <p:spPr>
            <a:xfrm rot="10800000">
              <a:off x="6951800" y="1197734"/>
              <a:ext cx="117892" cy="117867"/>
            </a:xfrm>
            <a:custGeom>
              <a:avLst/>
              <a:gdLst/>
              <a:ahLst/>
              <a:cxnLst/>
              <a:rect l="l" t="t" r="r" b="b"/>
              <a:pathLst>
                <a:path w="4857"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7" name="Google Shape;3777;p12"/>
            <p:cNvSpPr/>
            <p:nvPr/>
          </p:nvSpPr>
          <p:spPr>
            <a:xfrm rot="10800000">
              <a:off x="6951800" y="1051613"/>
              <a:ext cx="117892" cy="117867"/>
            </a:xfrm>
            <a:custGeom>
              <a:avLst/>
              <a:gdLst/>
              <a:ahLst/>
              <a:cxnLst/>
              <a:rect l="l" t="t" r="r" b="b"/>
              <a:pathLst>
                <a:path w="4857"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8" name="Google Shape;3778;p12"/>
            <p:cNvSpPr/>
            <p:nvPr/>
          </p:nvSpPr>
          <p:spPr>
            <a:xfrm rot="10800000">
              <a:off x="6951800" y="613204"/>
              <a:ext cx="117892" cy="117867"/>
            </a:xfrm>
            <a:custGeom>
              <a:avLst/>
              <a:gdLst/>
              <a:ahLst/>
              <a:cxnLst/>
              <a:rect l="l" t="t" r="r" b="b"/>
              <a:pathLst>
                <a:path w="4857"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9" name="Google Shape;3779;p12"/>
            <p:cNvSpPr/>
            <p:nvPr/>
          </p:nvSpPr>
          <p:spPr>
            <a:xfrm rot="10800000">
              <a:off x="6951800" y="320938"/>
              <a:ext cx="117892" cy="117892"/>
            </a:xfrm>
            <a:custGeom>
              <a:avLst/>
              <a:gdLst/>
              <a:ahLst/>
              <a:cxnLst/>
              <a:rect l="l" t="t" r="r" b="b"/>
              <a:pathLst>
                <a:path w="4857" h="4857"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0" name="Google Shape;3780;p12"/>
            <p:cNvSpPr/>
            <p:nvPr/>
          </p:nvSpPr>
          <p:spPr>
            <a:xfrm rot="10800000">
              <a:off x="6951800" y="174818"/>
              <a:ext cx="117892" cy="117867"/>
            </a:xfrm>
            <a:custGeom>
              <a:avLst/>
              <a:gdLst/>
              <a:ahLst/>
              <a:cxnLst/>
              <a:rect l="l" t="t" r="r" b="b"/>
              <a:pathLst>
                <a:path w="4857"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1" name="Google Shape;3781;p12"/>
            <p:cNvSpPr/>
            <p:nvPr/>
          </p:nvSpPr>
          <p:spPr>
            <a:xfrm rot="10800000">
              <a:off x="6805680" y="4997133"/>
              <a:ext cx="117867" cy="117867"/>
            </a:xfrm>
            <a:custGeom>
              <a:avLst/>
              <a:gdLst/>
              <a:ahLst/>
              <a:cxnLst/>
              <a:rect l="l" t="t" r="r" b="b"/>
              <a:pathLst>
                <a:path w="4856" h="4856" extrusionOk="0">
                  <a:moveTo>
                    <a:pt x="0" y="0"/>
                  </a:moveTo>
                  <a:lnTo>
                    <a:pt x="0"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2" name="Google Shape;3782;p12"/>
            <p:cNvSpPr/>
            <p:nvPr/>
          </p:nvSpPr>
          <p:spPr>
            <a:xfrm rot="10800000">
              <a:off x="6805680" y="4558747"/>
              <a:ext cx="117867" cy="117867"/>
            </a:xfrm>
            <a:custGeom>
              <a:avLst/>
              <a:gdLst/>
              <a:ahLst/>
              <a:cxnLst/>
              <a:rect l="l" t="t" r="r" b="b"/>
              <a:pathLst>
                <a:path w="4856" h="4856" extrusionOk="0">
                  <a:moveTo>
                    <a:pt x="0" y="0"/>
                  </a:moveTo>
                  <a:lnTo>
                    <a:pt x="0"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3" name="Google Shape;3783;p12"/>
            <p:cNvSpPr/>
            <p:nvPr/>
          </p:nvSpPr>
          <p:spPr>
            <a:xfrm rot="10800000">
              <a:off x="6805680" y="4120361"/>
              <a:ext cx="117867" cy="117867"/>
            </a:xfrm>
            <a:custGeom>
              <a:avLst/>
              <a:gdLst/>
              <a:ahLst/>
              <a:cxnLst/>
              <a:rect l="l" t="t" r="r" b="b"/>
              <a:pathLst>
                <a:path w="4856" h="4856" extrusionOk="0">
                  <a:moveTo>
                    <a:pt x="0" y="1"/>
                  </a:moveTo>
                  <a:lnTo>
                    <a:pt x="0"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4" name="Google Shape;3784;p12"/>
            <p:cNvSpPr/>
            <p:nvPr/>
          </p:nvSpPr>
          <p:spPr>
            <a:xfrm rot="10800000">
              <a:off x="6805680" y="3535831"/>
              <a:ext cx="117867" cy="117867"/>
            </a:xfrm>
            <a:custGeom>
              <a:avLst/>
              <a:gdLst/>
              <a:ahLst/>
              <a:cxnLst/>
              <a:rect l="l" t="t" r="r" b="b"/>
              <a:pathLst>
                <a:path w="4856" h="4856" extrusionOk="0">
                  <a:moveTo>
                    <a:pt x="0" y="0"/>
                  </a:moveTo>
                  <a:lnTo>
                    <a:pt x="0"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5" name="Google Shape;3785;p12"/>
            <p:cNvSpPr/>
            <p:nvPr/>
          </p:nvSpPr>
          <p:spPr>
            <a:xfrm rot="10800000">
              <a:off x="6805680" y="2951301"/>
              <a:ext cx="117867" cy="117867"/>
            </a:xfrm>
            <a:custGeom>
              <a:avLst/>
              <a:gdLst/>
              <a:ahLst/>
              <a:cxnLst/>
              <a:rect l="l" t="t" r="r" b="b"/>
              <a:pathLst>
                <a:path w="4856" h="4856" extrusionOk="0">
                  <a:moveTo>
                    <a:pt x="0" y="0"/>
                  </a:moveTo>
                  <a:lnTo>
                    <a:pt x="0"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6" name="Google Shape;3786;p12"/>
            <p:cNvSpPr/>
            <p:nvPr/>
          </p:nvSpPr>
          <p:spPr>
            <a:xfrm rot="10800000">
              <a:off x="6805680" y="2220650"/>
              <a:ext cx="117867" cy="117867"/>
            </a:xfrm>
            <a:custGeom>
              <a:avLst/>
              <a:gdLst/>
              <a:ahLst/>
              <a:cxnLst/>
              <a:rect l="l" t="t" r="r" b="b"/>
              <a:pathLst>
                <a:path w="4856" h="4856" extrusionOk="0">
                  <a:moveTo>
                    <a:pt x="0" y="0"/>
                  </a:moveTo>
                  <a:lnTo>
                    <a:pt x="0"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2"/>
            <p:cNvSpPr/>
            <p:nvPr/>
          </p:nvSpPr>
          <p:spPr>
            <a:xfrm rot="10800000">
              <a:off x="6805680" y="1051613"/>
              <a:ext cx="117867" cy="117867"/>
            </a:xfrm>
            <a:custGeom>
              <a:avLst/>
              <a:gdLst/>
              <a:ahLst/>
              <a:cxnLst/>
              <a:rect l="l" t="t" r="r" b="b"/>
              <a:pathLst>
                <a:path w="4856" h="4856" extrusionOk="0">
                  <a:moveTo>
                    <a:pt x="0" y="1"/>
                  </a:moveTo>
                  <a:lnTo>
                    <a:pt x="0"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8" name="Google Shape;3788;p12"/>
            <p:cNvSpPr/>
            <p:nvPr/>
          </p:nvSpPr>
          <p:spPr>
            <a:xfrm rot="10800000">
              <a:off x="6805680" y="905469"/>
              <a:ext cx="117867" cy="117867"/>
            </a:xfrm>
            <a:custGeom>
              <a:avLst/>
              <a:gdLst/>
              <a:ahLst/>
              <a:cxnLst/>
              <a:rect l="l" t="t" r="r" b="b"/>
              <a:pathLst>
                <a:path w="4856" h="4856" extrusionOk="0">
                  <a:moveTo>
                    <a:pt x="0" y="0"/>
                  </a:moveTo>
                  <a:lnTo>
                    <a:pt x="0"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9" name="Google Shape;3789;p12"/>
            <p:cNvSpPr/>
            <p:nvPr/>
          </p:nvSpPr>
          <p:spPr>
            <a:xfrm rot="10800000">
              <a:off x="6805680" y="28698"/>
              <a:ext cx="117867" cy="117867"/>
            </a:xfrm>
            <a:custGeom>
              <a:avLst/>
              <a:gdLst/>
              <a:ahLst/>
              <a:cxnLst/>
              <a:rect l="l" t="t" r="r" b="b"/>
              <a:pathLst>
                <a:path w="4856" h="4856" extrusionOk="0">
                  <a:moveTo>
                    <a:pt x="0" y="1"/>
                  </a:moveTo>
                  <a:lnTo>
                    <a:pt x="0"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0" name="Google Shape;3790;p12"/>
            <p:cNvSpPr/>
            <p:nvPr/>
          </p:nvSpPr>
          <p:spPr>
            <a:xfrm rot="10800000">
              <a:off x="6659535" y="4851012"/>
              <a:ext cx="117892" cy="117867"/>
            </a:xfrm>
            <a:custGeom>
              <a:avLst/>
              <a:gdLst/>
              <a:ahLst/>
              <a:cxnLst/>
              <a:rect l="l" t="t" r="r" b="b"/>
              <a:pathLst>
                <a:path w="4857"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1" name="Google Shape;3791;p12"/>
            <p:cNvSpPr/>
            <p:nvPr/>
          </p:nvSpPr>
          <p:spPr>
            <a:xfrm rot="10800000">
              <a:off x="6659535" y="3974217"/>
              <a:ext cx="117892" cy="117867"/>
            </a:xfrm>
            <a:custGeom>
              <a:avLst/>
              <a:gdLst/>
              <a:ahLst/>
              <a:cxnLst/>
              <a:rect l="l" t="t" r="r" b="b"/>
              <a:pathLst>
                <a:path w="4857"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2" name="Google Shape;3792;p12"/>
            <p:cNvSpPr/>
            <p:nvPr/>
          </p:nvSpPr>
          <p:spPr>
            <a:xfrm rot="10800000">
              <a:off x="6659535" y="3243566"/>
              <a:ext cx="117892" cy="117867"/>
            </a:xfrm>
            <a:custGeom>
              <a:avLst/>
              <a:gdLst/>
              <a:ahLst/>
              <a:cxnLst/>
              <a:rect l="l" t="t" r="r" b="b"/>
              <a:pathLst>
                <a:path w="4857"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3" name="Google Shape;3793;p12"/>
            <p:cNvSpPr/>
            <p:nvPr/>
          </p:nvSpPr>
          <p:spPr>
            <a:xfrm rot="10800000">
              <a:off x="6659535" y="2512915"/>
              <a:ext cx="117892" cy="117867"/>
            </a:xfrm>
            <a:custGeom>
              <a:avLst/>
              <a:gdLst/>
              <a:ahLst/>
              <a:cxnLst/>
              <a:rect l="l" t="t" r="r" b="b"/>
              <a:pathLst>
                <a:path w="4857"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4" name="Google Shape;3794;p12"/>
            <p:cNvSpPr/>
            <p:nvPr/>
          </p:nvSpPr>
          <p:spPr>
            <a:xfrm rot="10800000">
              <a:off x="6659535" y="1636120"/>
              <a:ext cx="117892" cy="117867"/>
            </a:xfrm>
            <a:custGeom>
              <a:avLst/>
              <a:gdLst/>
              <a:ahLst/>
              <a:cxnLst/>
              <a:rect l="l" t="t" r="r" b="b"/>
              <a:pathLst>
                <a:path w="4857"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5" name="Google Shape;3795;p12"/>
            <p:cNvSpPr/>
            <p:nvPr/>
          </p:nvSpPr>
          <p:spPr>
            <a:xfrm rot="10800000">
              <a:off x="6659535" y="905469"/>
              <a:ext cx="117892" cy="117867"/>
            </a:xfrm>
            <a:custGeom>
              <a:avLst/>
              <a:gdLst/>
              <a:ahLst/>
              <a:cxnLst/>
              <a:rect l="l" t="t" r="r" b="b"/>
              <a:pathLst>
                <a:path w="4857"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6" name="Google Shape;3796;p12"/>
            <p:cNvSpPr/>
            <p:nvPr/>
          </p:nvSpPr>
          <p:spPr>
            <a:xfrm rot="10800000">
              <a:off x="6659535" y="759348"/>
              <a:ext cx="117892" cy="117867"/>
            </a:xfrm>
            <a:custGeom>
              <a:avLst/>
              <a:gdLst/>
              <a:ahLst/>
              <a:cxnLst/>
              <a:rect l="l" t="t" r="r" b="b"/>
              <a:pathLst>
                <a:path w="4857"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7" name="Google Shape;3797;p12"/>
            <p:cNvSpPr/>
            <p:nvPr/>
          </p:nvSpPr>
          <p:spPr>
            <a:xfrm rot="10800000">
              <a:off x="6659535" y="174818"/>
              <a:ext cx="117892" cy="117867"/>
            </a:xfrm>
            <a:custGeom>
              <a:avLst/>
              <a:gdLst/>
              <a:ahLst/>
              <a:cxnLst/>
              <a:rect l="l" t="t" r="r" b="b"/>
              <a:pathLst>
                <a:path w="4857"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8" name="Google Shape;3798;p12"/>
            <p:cNvSpPr/>
            <p:nvPr/>
          </p:nvSpPr>
          <p:spPr>
            <a:xfrm rot="10800000">
              <a:off x="6513415" y="4997133"/>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9" name="Google Shape;3799;p12"/>
            <p:cNvSpPr/>
            <p:nvPr/>
          </p:nvSpPr>
          <p:spPr>
            <a:xfrm rot="10800000">
              <a:off x="6513415" y="3974217"/>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0" name="Google Shape;3800;p12"/>
            <p:cNvSpPr/>
            <p:nvPr/>
          </p:nvSpPr>
          <p:spPr>
            <a:xfrm rot="10800000">
              <a:off x="6513415" y="2074529"/>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1" name="Google Shape;3801;p12"/>
            <p:cNvSpPr/>
            <p:nvPr/>
          </p:nvSpPr>
          <p:spPr>
            <a:xfrm rot="10800000">
              <a:off x="6513415" y="1489999"/>
              <a:ext cx="117867" cy="117867"/>
            </a:xfrm>
            <a:custGeom>
              <a:avLst/>
              <a:gdLst/>
              <a:ahLst/>
              <a:cxnLst/>
              <a:rect l="l" t="t" r="r" b="b"/>
              <a:pathLst>
                <a:path w="4856" h="4856" extrusionOk="0">
                  <a:moveTo>
                    <a:pt x="0" y="0"/>
                  </a:moveTo>
                  <a:lnTo>
                    <a:pt x="0" y="4856"/>
                  </a:lnTo>
                  <a:lnTo>
                    <a:pt x="4855" y="4856"/>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2" name="Google Shape;3802;p12"/>
            <p:cNvSpPr/>
            <p:nvPr/>
          </p:nvSpPr>
          <p:spPr>
            <a:xfrm rot="10800000">
              <a:off x="6513415" y="905469"/>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3" name="Google Shape;3803;p12"/>
            <p:cNvSpPr/>
            <p:nvPr/>
          </p:nvSpPr>
          <p:spPr>
            <a:xfrm rot="10800000">
              <a:off x="6513415" y="174818"/>
              <a:ext cx="117867" cy="117867"/>
            </a:xfrm>
            <a:custGeom>
              <a:avLst/>
              <a:gdLst/>
              <a:ahLst/>
              <a:cxnLst/>
              <a:rect l="l" t="t" r="r" b="b"/>
              <a:pathLst>
                <a:path w="4856" h="4856" extrusionOk="0">
                  <a:moveTo>
                    <a:pt x="0" y="0"/>
                  </a:moveTo>
                  <a:lnTo>
                    <a:pt x="0" y="4856"/>
                  </a:lnTo>
                  <a:lnTo>
                    <a:pt x="4855" y="4856"/>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4" name="Google Shape;3804;p12"/>
            <p:cNvSpPr/>
            <p:nvPr/>
          </p:nvSpPr>
          <p:spPr>
            <a:xfrm rot="10800000">
              <a:off x="6367294" y="4558747"/>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5" name="Google Shape;3805;p12"/>
            <p:cNvSpPr/>
            <p:nvPr/>
          </p:nvSpPr>
          <p:spPr>
            <a:xfrm rot="10800000">
              <a:off x="6367294" y="3681951"/>
              <a:ext cx="117867" cy="117892"/>
            </a:xfrm>
            <a:custGeom>
              <a:avLst/>
              <a:gdLst/>
              <a:ahLst/>
              <a:cxnLst/>
              <a:rect l="l" t="t" r="r" b="b"/>
              <a:pathLst>
                <a:path w="4856" h="4857"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6" name="Google Shape;3806;p12"/>
            <p:cNvSpPr/>
            <p:nvPr/>
          </p:nvSpPr>
          <p:spPr>
            <a:xfrm rot="10800000">
              <a:off x="6367294" y="2659036"/>
              <a:ext cx="117867" cy="117892"/>
            </a:xfrm>
            <a:custGeom>
              <a:avLst/>
              <a:gdLst/>
              <a:ahLst/>
              <a:cxnLst/>
              <a:rect l="l" t="t" r="r" b="b"/>
              <a:pathLst>
                <a:path w="4856" h="4857"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7" name="Google Shape;3807;p12"/>
            <p:cNvSpPr/>
            <p:nvPr/>
          </p:nvSpPr>
          <p:spPr>
            <a:xfrm rot="10800000">
              <a:off x="7536331" y="4997133"/>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8" name="Google Shape;3808;p12"/>
            <p:cNvSpPr/>
            <p:nvPr/>
          </p:nvSpPr>
          <p:spPr>
            <a:xfrm rot="10800000">
              <a:off x="7536331" y="4851012"/>
              <a:ext cx="117867" cy="117867"/>
            </a:xfrm>
            <a:custGeom>
              <a:avLst/>
              <a:gdLst/>
              <a:ahLst/>
              <a:cxnLst/>
              <a:rect l="l" t="t" r="r" b="b"/>
              <a:pathLst>
                <a:path w="4856" h="4856" extrusionOk="0">
                  <a:moveTo>
                    <a:pt x="0" y="0"/>
                  </a:moveTo>
                  <a:lnTo>
                    <a:pt x="0" y="4856"/>
                  </a:lnTo>
                  <a:lnTo>
                    <a:pt x="4855" y="4856"/>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9" name="Google Shape;3809;p12"/>
            <p:cNvSpPr/>
            <p:nvPr/>
          </p:nvSpPr>
          <p:spPr>
            <a:xfrm rot="10800000">
              <a:off x="7536331" y="4412627"/>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0" name="Google Shape;3810;p12"/>
            <p:cNvSpPr/>
            <p:nvPr/>
          </p:nvSpPr>
          <p:spPr>
            <a:xfrm rot="10800000">
              <a:off x="7536331" y="4120361"/>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1" name="Google Shape;3811;p12"/>
            <p:cNvSpPr/>
            <p:nvPr/>
          </p:nvSpPr>
          <p:spPr>
            <a:xfrm rot="10800000">
              <a:off x="7536331" y="3389711"/>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2" name="Google Shape;3812;p12"/>
            <p:cNvSpPr/>
            <p:nvPr/>
          </p:nvSpPr>
          <p:spPr>
            <a:xfrm rot="10800000">
              <a:off x="7536331" y="3243566"/>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3" name="Google Shape;3813;p12"/>
            <p:cNvSpPr/>
            <p:nvPr/>
          </p:nvSpPr>
          <p:spPr>
            <a:xfrm rot="10800000">
              <a:off x="7536331" y="1636120"/>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4" name="Google Shape;3814;p12"/>
            <p:cNvSpPr/>
            <p:nvPr/>
          </p:nvSpPr>
          <p:spPr>
            <a:xfrm rot="10800000">
              <a:off x="7536331" y="1343854"/>
              <a:ext cx="117867" cy="117892"/>
            </a:xfrm>
            <a:custGeom>
              <a:avLst/>
              <a:gdLst/>
              <a:ahLst/>
              <a:cxnLst/>
              <a:rect l="l" t="t" r="r" b="b"/>
              <a:pathLst>
                <a:path w="4856" h="4857"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5" name="Google Shape;3815;p12"/>
            <p:cNvSpPr/>
            <p:nvPr/>
          </p:nvSpPr>
          <p:spPr>
            <a:xfrm rot="10800000">
              <a:off x="7390210" y="4997133"/>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6" name="Google Shape;3816;p12"/>
            <p:cNvSpPr/>
            <p:nvPr/>
          </p:nvSpPr>
          <p:spPr>
            <a:xfrm rot="10800000">
              <a:off x="7390210" y="3974217"/>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7" name="Google Shape;3817;p12"/>
            <p:cNvSpPr/>
            <p:nvPr/>
          </p:nvSpPr>
          <p:spPr>
            <a:xfrm rot="10800000">
              <a:off x="7390210" y="3097445"/>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8" name="Google Shape;3818;p12"/>
            <p:cNvSpPr/>
            <p:nvPr/>
          </p:nvSpPr>
          <p:spPr>
            <a:xfrm rot="10800000">
              <a:off x="7390210" y="1636120"/>
              <a:ext cx="117867" cy="117867"/>
            </a:xfrm>
            <a:custGeom>
              <a:avLst/>
              <a:gdLst/>
              <a:ahLst/>
              <a:cxnLst/>
              <a:rect l="l" t="t" r="r" b="b"/>
              <a:pathLst>
                <a:path w="4856" h="4856" extrusionOk="0">
                  <a:moveTo>
                    <a:pt x="1" y="0"/>
                  </a:moveTo>
                  <a:lnTo>
                    <a:pt x="1" y="4855"/>
                  </a:lnTo>
                  <a:lnTo>
                    <a:pt x="4856" y="4855"/>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9" name="Google Shape;3819;p12"/>
            <p:cNvSpPr/>
            <p:nvPr/>
          </p:nvSpPr>
          <p:spPr>
            <a:xfrm rot="10800000">
              <a:off x="7390210" y="467083"/>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0" name="Google Shape;3820;p12"/>
            <p:cNvSpPr/>
            <p:nvPr/>
          </p:nvSpPr>
          <p:spPr>
            <a:xfrm rot="10800000">
              <a:off x="7244066" y="4997133"/>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1" name="Google Shape;3821;p12"/>
            <p:cNvSpPr/>
            <p:nvPr/>
          </p:nvSpPr>
          <p:spPr>
            <a:xfrm rot="10800000">
              <a:off x="7244066" y="4558747"/>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2" name="Google Shape;3822;p12"/>
            <p:cNvSpPr/>
            <p:nvPr/>
          </p:nvSpPr>
          <p:spPr>
            <a:xfrm rot="10800000">
              <a:off x="7244066" y="2951301"/>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3" name="Google Shape;3823;p12"/>
            <p:cNvSpPr/>
            <p:nvPr/>
          </p:nvSpPr>
          <p:spPr>
            <a:xfrm rot="10800000">
              <a:off x="7244066" y="2074529"/>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4" name="Google Shape;3824;p12"/>
            <p:cNvSpPr/>
            <p:nvPr/>
          </p:nvSpPr>
          <p:spPr>
            <a:xfrm rot="10800000">
              <a:off x="7244066" y="1636120"/>
              <a:ext cx="117867" cy="117867"/>
            </a:xfrm>
            <a:custGeom>
              <a:avLst/>
              <a:gdLst/>
              <a:ahLst/>
              <a:cxnLst/>
              <a:rect l="l" t="t" r="r" b="b"/>
              <a:pathLst>
                <a:path w="4856" h="4856" extrusionOk="0">
                  <a:moveTo>
                    <a:pt x="0" y="0"/>
                  </a:moveTo>
                  <a:lnTo>
                    <a:pt x="0" y="4855"/>
                  </a:lnTo>
                  <a:lnTo>
                    <a:pt x="4855" y="4855"/>
                  </a:lnTo>
                  <a:lnTo>
                    <a:pt x="48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5" name="Google Shape;3825;p12"/>
            <p:cNvSpPr/>
            <p:nvPr/>
          </p:nvSpPr>
          <p:spPr>
            <a:xfrm rot="10800000">
              <a:off x="7097945" y="1051613"/>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6" name="Google Shape;3826;p12"/>
            <p:cNvSpPr/>
            <p:nvPr/>
          </p:nvSpPr>
          <p:spPr>
            <a:xfrm rot="10800000">
              <a:off x="6951800" y="3828096"/>
              <a:ext cx="117892" cy="117867"/>
            </a:xfrm>
            <a:custGeom>
              <a:avLst/>
              <a:gdLst/>
              <a:ahLst/>
              <a:cxnLst/>
              <a:rect l="l" t="t" r="r" b="b"/>
              <a:pathLst>
                <a:path w="4857" h="4856" extrusionOk="0">
                  <a:moveTo>
                    <a:pt x="1" y="0"/>
                  </a:moveTo>
                  <a:lnTo>
                    <a:pt x="1" y="4856"/>
                  </a:lnTo>
                  <a:lnTo>
                    <a:pt x="4856" y="4856"/>
                  </a:lnTo>
                  <a:lnTo>
                    <a:pt x="4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7" name="Google Shape;3827;p12"/>
            <p:cNvSpPr/>
            <p:nvPr/>
          </p:nvSpPr>
          <p:spPr>
            <a:xfrm rot="10800000">
              <a:off x="6951800" y="2659036"/>
              <a:ext cx="117892" cy="117892"/>
            </a:xfrm>
            <a:custGeom>
              <a:avLst/>
              <a:gdLst/>
              <a:ahLst/>
              <a:cxnLst/>
              <a:rect l="l" t="t" r="r" b="b"/>
              <a:pathLst>
                <a:path w="4857" h="4857"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8" name="Google Shape;3828;p12"/>
            <p:cNvSpPr/>
            <p:nvPr/>
          </p:nvSpPr>
          <p:spPr>
            <a:xfrm rot="10800000">
              <a:off x="6805680" y="320938"/>
              <a:ext cx="117867" cy="117892"/>
            </a:xfrm>
            <a:custGeom>
              <a:avLst/>
              <a:gdLst/>
              <a:ahLst/>
              <a:cxnLst/>
              <a:rect l="l" t="t" r="r" b="b"/>
              <a:pathLst>
                <a:path w="4856" h="4857" extrusionOk="0">
                  <a:moveTo>
                    <a:pt x="0" y="1"/>
                  </a:moveTo>
                  <a:lnTo>
                    <a:pt x="0"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9" name="Google Shape;3829;p12"/>
            <p:cNvSpPr/>
            <p:nvPr/>
          </p:nvSpPr>
          <p:spPr>
            <a:xfrm rot="10800000">
              <a:off x="6513415" y="2805180"/>
              <a:ext cx="117867" cy="117867"/>
            </a:xfrm>
            <a:custGeom>
              <a:avLst/>
              <a:gdLst/>
              <a:ahLst/>
              <a:cxnLst/>
              <a:rect l="l" t="t" r="r" b="b"/>
              <a:pathLst>
                <a:path w="4856" h="4856" extrusionOk="0">
                  <a:moveTo>
                    <a:pt x="0" y="1"/>
                  </a:moveTo>
                  <a:lnTo>
                    <a:pt x="0" y="4856"/>
                  </a:lnTo>
                  <a:lnTo>
                    <a:pt x="4855" y="4856"/>
                  </a:lnTo>
                  <a:lnTo>
                    <a:pt x="48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0" name="Google Shape;3830;p12"/>
            <p:cNvSpPr/>
            <p:nvPr/>
          </p:nvSpPr>
          <p:spPr>
            <a:xfrm rot="10800000">
              <a:off x="6367294" y="467083"/>
              <a:ext cx="117867" cy="117867"/>
            </a:xfrm>
            <a:custGeom>
              <a:avLst/>
              <a:gdLst/>
              <a:ahLst/>
              <a:cxnLst/>
              <a:rect l="l" t="t" r="r" b="b"/>
              <a:pathLst>
                <a:path w="4856" h="4856" extrusionOk="0">
                  <a:moveTo>
                    <a:pt x="1" y="1"/>
                  </a:moveTo>
                  <a:lnTo>
                    <a:pt x="1" y="4856"/>
                  </a:lnTo>
                  <a:lnTo>
                    <a:pt x="4856" y="4856"/>
                  </a:lnTo>
                  <a:lnTo>
                    <a:pt x="48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31" name="Google Shape;3831;p12"/>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8300" y="739375"/>
            <a:ext cx="6761100" cy="8574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1pPr>
            <a:lvl2pPr lvl="1">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2pPr>
            <a:lvl3pPr lvl="2">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3pPr>
            <a:lvl4pPr lvl="3">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4pPr>
            <a:lvl5pPr lvl="4">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5pPr>
            <a:lvl6pPr lvl="5">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6pPr>
            <a:lvl7pPr lvl="6">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7pPr>
            <a:lvl8pPr lvl="7">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8pPr>
            <a:lvl9pPr lvl="8">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9pPr>
          </a:lstStyle>
          <a:p>
            <a:endParaRPr/>
          </a:p>
        </p:txBody>
      </p:sp>
      <p:sp>
        <p:nvSpPr>
          <p:cNvPr id="7" name="Google Shape;7;p1"/>
          <p:cNvSpPr txBox="1">
            <a:spLocks noGrp="1"/>
          </p:cNvSpPr>
          <p:nvPr>
            <p:ph type="body" idx="1"/>
          </p:nvPr>
        </p:nvSpPr>
        <p:spPr>
          <a:xfrm>
            <a:off x="718300" y="1733550"/>
            <a:ext cx="6761100" cy="29805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accent1"/>
              </a:buClr>
              <a:buSzPts val="2400"/>
              <a:buFont typeface="Titillium Web Light"/>
              <a:buChar char="▪"/>
              <a:defRPr sz="2400">
                <a:solidFill>
                  <a:schemeClr val="dk1"/>
                </a:solidFill>
                <a:latin typeface="Titillium Web Light"/>
                <a:ea typeface="Titillium Web Light"/>
                <a:cs typeface="Titillium Web Light"/>
                <a:sym typeface="Titillium Web Light"/>
              </a:defRPr>
            </a:lvl1pPr>
            <a:lvl2pPr marL="914400" lvl="1" indent="-381000">
              <a:spcBef>
                <a:spcPts val="0"/>
              </a:spcBef>
              <a:spcAft>
                <a:spcPts val="0"/>
              </a:spcAft>
              <a:buClr>
                <a:schemeClr val="accent1"/>
              </a:buClr>
              <a:buSzPts val="2400"/>
              <a:buFont typeface="Titillium Web Light"/>
              <a:buChar char="▫"/>
              <a:defRPr sz="2400">
                <a:solidFill>
                  <a:schemeClr val="dk1"/>
                </a:solidFill>
                <a:latin typeface="Titillium Web Light"/>
                <a:ea typeface="Titillium Web Light"/>
                <a:cs typeface="Titillium Web Light"/>
                <a:sym typeface="Titillium Web Light"/>
              </a:defRPr>
            </a:lvl2pPr>
            <a:lvl3pPr marL="1371600" lvl="2" indent="-381000">
              <a:spcBef>
                <a:spcPts val="0"/>
              </a:spcBef>
              <a:spcAft>
                <a:spcPts val="0"/>
              </a:spcAft>
              <a:buClr>
                <a:schemeClr val="accent1"/>
              </a:buClr>
              <a:buSzPts val="2400"/>
              <a:buFont typeface="Titillium Web Light"/>
              <a:buChar char="▫"/>
              <a:defRPr sz="2400">
                <a:solidFill>
                  <a:schemeClr val="dk1"/>
                </a:solidFill>
                <a:latin typeface="Titillium Web Light"/>
                <a:ea typeface="Titillium Web Light"/>
                <a:cs typeface="Titillium Web Light"/>
                <a:sym typeface="Titillium Web Light"/>
              </a:defRPr>
            </a:lvl3pPr>
            <a:lvl4pPr marL="1828800" lvl="3"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4pPr>
            <a:lvl5pPr marL="2286000" lvl="4"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5pPr>
            <a:lvl6pPr marL="2743200" lvl="5"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6pPr>
            <a:lvl7pPr marL="3200400" lvl="6"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7pPr>
            <a:lvl8pPr marL="3657600" lvl="7"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8pPr>
            <a:lvl9pPr marL="4114800" lvl="8"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9pPr>
          </a:lstStyle>
          <a:p>
            <a:endParaRPr/>
          </a:p>
        </p:txBody>
      </p:sp>
      <p:sp>
        <p:nvSpPr>
          <p:cNvPr id="8" name="Google Shape;8;p1"/>
          <p:cNvSpPr txBox="1">
            <a:spLocks noGrp="1"/>
          </p:cNvSpPr>
          <p:nvPr>
            <p:ph type="sldNum" idx="12"/>
          </p:nvPr>
        </p:nvSpPr>
        <p:spPr>
          <a:xfrm>
            <a:off x="91531" y="4720201"/>
            <a:ext cx="548700" cy="393600"/>
          </a:xfrm>
          <a:prstGeom prst="rect">
            <a:avLst/>
          </a:prstGeom>
          <a:noFill/>
          <a:ln>
            <a:noFill/>
          </a:ln>
        </p:spPr>
        <p:txBody>
          <a:bodyPr spcFirstLastPara="1" wrap="square" lIns="91425" tIns="91425" rIns="91425" bIns="91425" anchor="ctr" anchorCtr="0">
            <a:noAutofit/>
          </a:bodyPr>
          <a:lstStyle>
            <a:lvl1pPr lvl="0">
              <a:buNone/>
              <a:defRPr sz="1200">
                <a:solidFill>
                  <a:schemeClr val="dk2"/>
                </a:solidFill>
                <a:latin typeface="Dosis ExtraLight"/>
                <a:ea typeface="Dosis ExtraLight"/>
                <a:cs typeface="Dosis ExtraLight"/>
                <a:sym typeface="Dosis ExtraLight"/>
              </a:defRPr>
            </a:lvl1pPr>
            <a:lvl2pPr lvl="1">
              <a:buNone/>
              <a:defRPr sz="1200">
                <a:solidFill>
                  <a:schemeClr val="dk2"/>
                </a:solidFill>
                <a:latin typeface="Dosis ExtraLight"/>
                <a:ea typeface="Dosis ExtraLight"/>
                <a:cs typeface="Dosis ExtraLight"/>
                <a:sym typeface="Dosis ExtraLight"/>
              </a:defRPr>
            </a:lvl2pPr>
            <a:lvl3pPr lvl="2">
              <a:buNone/>
              <a:defRPr sz="1200">
                <a:solidFill>
                  <a:schemeClr val="dk2"/>
                </a:solidFill>
                <a:latin typeface="Dosis ExtraLight"/>
                <a:ea typeface="Dosis ExtraLight"/>
                <a:cs typeface="Dosis ExtraLight"/>
                <a:sym typeface="Dosis ExtraLight"/>
              </a:defRPr>
            </a:lvl3pPr>
            <a:lvl4pPr lvl="3">
              <a:buNone/>
              <a:defRPr sz="1200">
                <a:solidFill>
                  <a:schemeClr val="dk2"/>
                </a:solidFill>
                <a:latin typeface="Dosis ExtraLight"/>
                <a:ea typeface="Dosis ExtraLight"/>
                <a:cs typeface="Dosis ExtraLight"/>
                <a:sym typeface="Dosis ExtraLight"/>
              </a:defRPr>
            </a:lvl4pPr>
            <a:lvl5pPr lvl="4">
              <a:buNone/>
              <a:defRPr sz="1200">
                <a:solidFill>
                  <a:schemeClr val="dk2"/>
                </a:solidFill>
                <a:latin typeface="Dosis ExtraLight"/>
                <a:ea typeface="Dosis ExtraLight"/>
                <a:cs typeface="Dosis ExtraLight"/>
                <a:sym typeface="Dosis ExtraLight"/>
              </a:defRPr>
            </a:lvl5pPr>
            <a:lvl6pPr lvl="5">
              <a:buNone/>
              <a:defRPr sz="1200">
                <a:solidFill>
                  <a:schemeClr val="dk2"/>
                </a:solidFill>
                <a:latin typeface="Dosis ExtraLight"/>
                <a:ea typeface="Dosis ExtraLight"/>
                <a:cs typeface="Dosis ExtraLight"/>
                <a:sym typeface="Dosis ExtraLight"/>
              </a:defRPr>
            </a:lvl6pPr>
            <a:lvl7pPr lvl="6">
              <a:buNone/>
              <a:defRPr sz="1200">
                <a:solidFill>
                  <a:schemeClr val="dk2"/>
                </a:solidFill>
                <a:latin typeface="Dosis ExtraLight"/>
                <a:ea typeface="Dosis ExtraLight"/>
                <a:cs typeface="Dosis ExtraLight"/>
                <a:sym typeface="Dosis ExtraLight"/>
              </a:defRPr>
            </a:lvl7pPr>
            <a:lvl8pPr lvl="7">
              <a:buNone/>
              <a:defRPr sz="1200">
                <a:solidFill>
                  <a:schemeClr val="dk2"/>
                </a:solidFill>
                <a:latin typeface="Dosis ExtraLight"/>
                <a:ea typeface="Dosis ExtraLight"/>
                <a:cs typeface="Dosis ExtraLight"/>
                <a:sym typeface="Dosis ExtraLight"/>
              </a:defRPr>
            </a:lvl8pPr>
            <a:lvl9pPr lvl="8">
              <a:buNone/>
              <a:defRPr sz="1200">
                <a:solidFill>
                  <a:schemeClr val="dk2"/>
                </a:solidFill>
                <a:latin typeface="Dosis ExtraLight"/>
                <a:ea typeface="Dosis ExtraLight"/>
                <a:cs typeface="Dosis ExtraLight"/>
                <a:sym typeface="Dosis ExtraLight"/>
              </a:defRPr>
            </a:lvl9pPr>
          </a:lstStyle>
          <a:p>
            <a:pPr marL="0" lvl="0" indent="0" algn="l"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4" r:id="rId4"/>
    <p:sldLayoutId id="2147483656" r:id="rId5"/>
    <p:sldLayoutId id="2147483658"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35"/>
        <p:cNvGrpSpPr/>
        <p:nvPr/>
      </p:nvGrpSpPr>
      <p:grpSpPr>
        <a:xfrm>
          <a:off x="0" y="0"/>
          <a:ext cx="0" cy="0"/>
          <a:chOff x="0" y="0"/>
          <a:chExt cx="0" cy="0"/>
        </a:xfrm>
      </p:grpSpPr>
      <p:sp>
        <p:nvSpPr>
          <p:cNvPr id="3836" name="Google Shape;3836;p13"/>
          <p:cNvSpPr txBox="1">
            <a:spLocks noGrp="1"/>
          </p:cNvSpPr>
          <p:nvPr>
            <p:ph type="ctrTitle"/>
          </p:nvPr>
        </p:nvSpPr>
        <p:spPr>
          <a:xfrm>
            <a:off x="762000" y="696424"/>
            <a:ext cx="5396700" cy="212535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Linux Final Project Report</a:t>
            </a:r>
            <a:endParaRPr dirty="0"/>
          </a:p>
        </p:txBody>
      </p:sp>
      <p:sp>
        <p:nvSpPr>
          <p:cNvPr id="2" name="TextBox 1">
            <a:extLst>
              <a:ext uri="{FF2B5EF4-FFF2-40B4-BE49-F238E27FC236}">
                <a16:creationId xmlns:a16="http://schemas.microsoft.com/office/drawing/2014/main" id="{3B81FA53-1161-632E-1628-D87025CC23D8}"/>
              </a:ext>
            </a:extLst>
          </p:cNvPr>
          <p:cNvSpPr txBox="1"/>
          <p:nvPr/>
        </p:nvSpPr>
        <p:spPr>
          <a:xfrm>
            <a:off x="762000" y="3582682"/>
            <a:ext cx="6193631" cy="86439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accent2"/>
              </a:buClr>
              <a:buSzPts val="6000"/>
              <a:buFont typeface="Dosis ExtraLight"/>
              <a:buNone/>
              <a:defRPr sz="6000">
                <a:solidFill>
                  <a:schemeClr val="accent2"/>
                </a:solidFill>
                <a:latin typeface="Dosis ExtraLight"/>
                <a:ea typeface="Dosis ExtraLight"/>
                <a:cs typeface="Dosis ExtraLight"/>
                <a:sym typeface="Dosis ExtraLight"/>
              </a:defRPr>
            </a:lvl1pPr>
            <a:lvl2pPr>
              <a:buClr>
                <a:schemeClr val="accent2"/>
              </a:buClr>
              <a:buSzPts val="6000"/>
              <a:buFont typeface="Dosis ExtraLight"/>
              <a:buNone/>
              <a:defRPr sz="6000">
                <a:solidFill>
                  <a:schemeClr val="accent2"/>
                </a:solidFill>
                <a:latin typeface="Dosis ExtraLight"/>
                <a:ea typeface="Dosis ExtraLight"/>
                <a:cs typeface="Dosis ExtraLight"/>
                <a:sym typeface="Dosis ExtraLight"/>
              </a:defRPr>
            </a:lvl2pPr>
            <a:lvl3pPr>
              <a:buClr>
                <a:schemeClr val="accent2"/>
              </a:buClr>
              <a:buSzPts val="6000"/>
              <a:buFont typeface="Dosis ExtraLight"/>
              <a:buNone/>
              <a:defRPr sz="6000">
                <a:solidFill>
                  <a:schemeClr val="accent2"/>
                </a:solidFill>
                <a:latin typeface="Dosis ExtraLight"/>
                <a:ea typeface="Dosis ExtraLight"/>
                <a:cs typeface="Dosis ExtraLight"/>
                <a:sym typeface="Dosis ExtraLight"/>
              </a:defRPr>
            </a:lvl3pPr>
            <a:lvl4pPr>
              <a:buClr>
                <a:schemeClr val="accent2"/>
              </a:buClr>
              <a:buSzPts val="6000"/>
              <a:buFont typeface="Dosis ExtraLight"/>
              <a:buNone/>
              <a:defRPr sz="6000">
                <a:solidFill>
                  <a:schemeClr val="accent2"/>
                </a:solidFill>
                <a:latin typeface="Dosis ExtraLight"/>
                <a:ea typeface="Dosis ExtraLight"/>
                <a:cs typeface="Dosis ExtraLight"/>
                <a:sym typeface="Dosis ExtraLight"/>
              </a:defRPr>
            </a:lvl4pPr>
            <a:lvl5pPr>
              <a:buClr>
                <a:schemeClr val="accent2"/>
              </a:buClr>
              <a:buSzPts val="6000"/>
              <a:buFont typeface="Dosis ExtraLight"/>
              <a:buNone/>
              <a:defRPr sz="6000">
                <a:solidFill>
                  <a:schemeClr val="accent2"/>
                </a:solidFill>
                <a:latin typeface="Dosis ExtraLight"/>
                <a:ea typeface="Dosis ExtraLight"/>
                <a:cs typeface="Dosis ExtraLight"/>
                <a:sym typeface="Dosis ExtraLight"/>
              </a:defRPr>
            </a:lvl5pPr>
            <a:lvl6pPr>
              <a:buClr>
                <a:schemeClr val="accent2"/>
              </a:buClr>
              <a:buSzPts val="6000"/>
              <a:buFont typeface="Dosis ExtraLight"/>
              <a:buNone/>
              <a:defRPr sz="6000">
                <a:solidFill>
                  <a:schemeClr val="accent2"/>
                </a:solidFill>
                <a:latin typeface="Dosis ExtraLight"/>
                <a:ea typeface="Dosis ExtraLight"/>
                <a:cs typeface="Dosis ExtraLight"/>
                <a:sym typeface="Dosis ExtraLight"/>
              </a:defRPr>
            </a:lvl6pPr>
            <a:lvl7pPr>
              <a:buClr>
                <a:schemeClr val="accent2"/>
              </a:buClr>
              <a:buSzPts val="6000"/>
              <a:buFont typeface="Dosis ExtraLight"/>
              <a:buNone/>
              <a:defRPr sz="6000">
                <a:solidFill>
                  <a:schemeClr val="accent2"/>
                </a:solidFill>
                <a:latin typeface="Dosis ExtraLight"/>
                <a:ea typeface="Dosis ExtraLight"/>
                <a:cs typeface="Dosis ExtraLight"/>
                <a:sym typeface="Dosis ExtraLight"/>
              </a:defRPr>
            </a:lvl7pPr>
            <a:lvl8pPr>
              <a:buClr>
                <a:schemeClr val="accent2"/>
              </a:buClr>
              <a:buSzPts val="6000"/>
              <a:buFont typeface="Dosis ExtraLight"/>
              <a:buNone/>
              <a:defRPr sz="6000">
                <a:solidFill>
                  <a:schemeClr val="accent2"/>
                </a:solidFill>
                <a:latin typeface="Dosis ExtraLight"/>
                <a:ea typeface="Dosis ExtraLight"/>
                <a:cs typeface="Dosis ExtraLight"/>
                <a:sym typeface="Dosis ExtraLight"/>
              </a:defRPr>
            </a:lvl8pPr>
            <a:lvl9pPr>
              <a:buClr>
                <a:schemeClr val="accent2"/>
              </a:buClr>
              <a:buSzPts val="6000"/>
              <a:buFont typeface="Dosis ExtraLight"/>
              <a:buNone/>
              <a:defRPr sz="6000">
                <a:solidFill>
                  <a:schemeClr val="accent2"/>
                </a:solidFill>
                <a:latin typeface="Dosis ExtraLight"/>
                <a:ea typeface="Dosis ExtraLight"/>
                <a:cs typeface="Dosis ExtraLight"/>
                <a:sym typeface="Dosis ExtraLight"/>
              </a:defRPr>
            </a:lvl9pPr>
          </a:lstStyle>
          <a:p>
            <a:r>
              <a:rPr lang="en-US" sz="2800" dirty="0">
                <a:solidFill>
                  <a:srgbClr val="00B050"/>
                </a:solidFill>
              </a:rPr>
              <a:t>Author: Phan Vu Huynh Tuan – 13.09.2025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40"/>
        <p:cNvGrpSpPr/>
        <p:nvPr/>
      </p:nvGrpSpPr>
      <p:grpSpPr>
        <a:xfrm>
          <a:off x="0" y="0"/>
          <a:ext cx="0" cy="0"/>
          <a:chOff x="0" y="0"/>
          <a:chExt cx="0" cy="0"/>
        </a:xfrm>
      </p:grpSpPr>
      <p:sp>
        <p:nvSpPr>
          <p:cNvPr id="3841" name="Google Shape;3841;p14"/>
          <p:cNvSpPr txBox="1">
            <a:spLocks noGrp="1"/>
          </p:cNvSpPr>
          <p:nvPr>
            <p:ph type="title"/>
          </p:nvPr>
        </p:nvSpPr>
        <p:spPr>
          <a:xfrm>
            <a:off x="718300" y="739375"/>
            <a:ext cx="67611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Agenda</a:t>
            </a:r>
            <a:endParaRPr dirty="0"/>
          </a:p>
        </p:txBody>
      </p:sp>
      <p:sp>
        <p:nvSpPr>
          <p:cNvPr id="3845" name="Google Shape;3845;p14"/>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a:t>
            </a:fld>
            <a:endParaRPr/>
          </a:p>
        </p:txBody>
      </p:sp>
      <p:sp>
        <p:nvSpPr>
          <p:cNvPr id="3" name="Text Placeholder 2">
            <a:extLst>
              <a:ext uri="{FF2B5EF4-FFF2-40B4-BE49-F238E27FC236}">
                <a16:creationId xmlns:a16="http://schemas.microsoft.com/office/drawing/2014/main" id="{B6CA626D-7CB0-3485-02A1-B5B421D94B92}"/>
              </a:ext>
            </a:extLst>
          </p:cNvPr>
          <p:cNvSpPr>
            <a:spLocks noGrp="1"/>
          </p:cNvSpPr>
          <p:nvPr>
            <p:ph type="body" idx="1"/>
          </p:nvPr>
        </p:nvSpPr>
        <p:spPr>
          <a:xfrm>
            <a:off x="718299" y="1762650"/>
            <a:ext cx="6911225" cy="3087000"/>
          </a:xfrm>
        </p:spPr>
        <p:txBody>
          <a:bodyPr/>
          <a:lstStyle/>
          <a:p>
            <a:pPr>
              <a:buClr>
                <a:schemeClr val="bg2"/>
              </a:buClr>
              <a:buFont typeface="+mj-lt"/>
              <a:buAutoNum type="arabicPeriod"/>
            </a:pPr>
            <a:r>
              <a:rPr lang="en-US" dirty="0"/>
              <a:t>Project Overview</a:t>
            </a:r>
          </a:p>
          <a:p>
            <a:pPr>
              <a:buClr>
                <a:schemeClr val="bg2"/>
              </a:buClr>
              <a:buFont typeface="+mj-lt"/>
              <a:buAutoNum type="arabicPeriod"/>
            </a:pPr>
            <a:r>
              <a:rPr lang="en-US" dirty="0"/>
              <a:t>Driver Development</a:t>
            </a:r>
          </a:p>
          <a:p>
            <a:pPr>
              <a:buClr>
                <a:schemeClr val="bg2"/>
              </a:buClr>
              <a:buFont typeface="+mj-lt"/>
              <a:buAutoNum type="arabicPeriod"/>
            </a:pPr>
            <a:r>
              <a:rPr lang="en-US" dirty="0"/>
              <a:t>QT Application</a:t>
            </a:r>
          </a:p>
          <a:p>
            <a:pPr>
              <a:buClr>
                <a:schemeClr val="bg2"/>
              </a:buClr>
              <a:buFont typeface="+mj-lt"/>
              <a:buAutoNum type="arabicPeriod"/>
            </a:pPr>
            <a:r>
              <a:rPr lang="en-US" dirty="0"/>
              <a:t>Lesson learn</a:t>
            </a:r>
          </a:p>
          <a:p>
            <a:pPr>
              <a:buFont typeface="+mj-lt"/>
              <a:buAutoNum type="arabicPeriod"/>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849"/>
        <p:cNvGrpSpPr/>
        <p:nvPr/>
      </p:nvGrpSpPr>
      <p:grpSpPr>
        <a:xfrm>
          <a:off x="0" y="0"/>
          <a:ext cx="0" cy="0"/>
          <a:chOff x="0" y="0"/>
          <a:chExt cx="0" cy="0"/>
        </a:xfrm>
      </p:grpSpPr>
      <p:sp>
        <p:nvSpPr>
          <p:cNvPr id="3850" name="Google Shape;3850;p15"/>
          <p:cNvSpPr txBox="1">
            <a:spLocks noGrp="1"/>
          </p:cNvSpPr>
          <p:nvPr>
            <p:ph type="ctrTitle" idx="4294967295"/>
          </p:nvPr>
        </p:nvSpPr>
        <p:spPr>
          <a:xfrm>
            <a:off x="3319624" y="668950"/>
            <a:ext cx="4524213"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800" b="1" dirty="0"/>
              <a:t>1. Project Overview</a:t>
            </a:r>
            <a:endParaRPr sz="4800" b="1" dirty="0"/>
          </a:p>
        </p:txBody>
      </p:sp>
      <p:pic>
        <p:nvPicPr>
          <p:cNvPr id="3852" name="Google Shape;3852;p15" descr="photo-1434030216411-0b793f4b4173.jpg"/>
          <p:cNvPicPr preferRelativeResize="0"/>
          <p:nvPr/>
        </p:nvPicPr>
        <p:blipFill rotWithShape="1">
          <a:blip r:embed="rId3">
            <a:alphaModFix/>
          </a:blip>
          <a:srcRect l="23367" r="21417"/>
          <a:stretch/>
        </p:blipFill>
        <p:spPr>
          <a:xfrm>
            <a:off x="0" y="0"/>
            <a:ext cx="2840000" cy="5143500"/>
          </a:xfrm>
          <a:prstGeom prst="rect">
            <a:avLst/>
          </a:prstGeom>
          <a:noFill/>
          <a:ln>
            <a:noFill/>
          </a:ln>
        </p:spPr>
      </p:pic>
      <p:sp>
        <p:nvSpPr>
          <p:cNvPr id="3853" name="Google Shape;3853;p15"/>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833DE2-44C3-5F4C-86AD-7074AA6608CB}"/>
              </a:ext>
            </a:extLst>
          </p:cNvPr>
          <p:cNvSpPr>
            <a:spLocks noGrp="1"/>
          </p:cNvSpPr>
          <p:nvPr>
            <p:ph type="title"/>
          </p:nvPr>
        </p:nvSpPr>
        <p:spPr>
          <a:xfrm>
            <a:off x="91531" y="68559"/>
            <a:ext cx="6761100" cy="645816"/>
          </a:xfrm>
        </p:spPr>
        <p:txBody>
          <a:bodyPr/>
          <a:lstStyle/>
          <a:p>
            <a:r>
              <a:rPr lang="en-US" dirty="0"/>
              <a:t>1. Project Overview</a:t>
            </a:r>
          </a:p>
        </p:txBody>
      </p:sp>
      <p:sp>
        <p:nvSpPr>
          <p:cNvPr id="2" name="Slide Number Placeholder 1">
            <a:extLst>
              <a:ext uri="{FF2B5EF4-FFF2-40B4-BE49-F238E27FC236}">
                <a16:creationId xmlns:a16="http://schemas.microsoft.com/office/drawing/2014/main" id="{6C72DD1C-4F4E-2F0C-F1CE-65EDF050121D}"/>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4</a:t>
            </a:fld>
            <a:endParaRPr lang="en"/>
          </a:p>
        </p:txBody>
      </p:sp>
      <p:sp>
        <p:nvSpPr>
          <p:cNvPr id="6" name="Google Shape;3897;p20">
            <a:extLst>
              <a:ext uri="{FF2B5EF4-FFF2-40B4-BE49-F238E27FC236}">
                <a16:creationId xmlns:a16="http://schemas.microsoft.com/office/drawing/2014/main" id="{C0180D27-A88B-EAB4-A8CD-62E6E3E0443D}"/>
              </a:ext>
            </a:extLst>
          </p:cNvPr>
          <p:cNvSpPr txBox="1">
            <a:spLocks/>
          </p:cNvSpPr>
          <p:nvPr/>
        </p:nvSpPr>
        <p:spPr>
          <a:xfrm>
            <a:off x="229681" y="883970"/>
            <a:ext cx="4949538" cy="237358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ts val="600"/>
              </a:spcBef>
            </a:pPr>
            <a:r>
              <a:rPr lang="en-US" b="1" dirty="0">
                <a:latin typeface="Titillium Web Light" panose="00000400000000000000" pitchFamily="2" charset="0"/>
              </a:rPr>
              <a:t>System description</a:t>
            </a:r>
          </a:p>
          <a:p>
            <a:pPr marL="285750" indent="-285750">
              <a:spcBef>
                <a:spcPts val="600"/>
              </a:spcBef>
              <a:buFont typeface="Arial" panose="020B0604020202020204" pitchFamily="34" charset="0"/>
              <a:buChar char="•"/>
            </a:pPr>
            <a:r>
              <a:rPr lang="en-US" dirty="0">
                <a:latin typeface="Titillium Web Light" panose="00000400000000000000" pitchFamily="2" charset="0"/>
              </a:rPr>
              <a:t>Build a real-time monitoring and analysis application for the performance of a development board.</a:t>
            </a:r>
          </a:p>
          <a:p>
            <a:pPr marL="285750" indent="-285750">
              <a:spcBef>
                <a:spcPts val="600"/>
              </a:spcBef>
              <a:buFont typeface="Arial" panose="020B0604020202020204" pitchFamily="34" charset="0"/>
              <a:buChar char="•"/>
            </a:pPr>
            <a:r>
              <a:rPr lang="en-US" dirty="0">
                <a:latin typeface="Titillium Web Light" panose="00000400000000000000" pitchFamily="2" charset="0"/>
              </a:rPr>
              <a:t>The system will track key resources such as CPU usage, memory consumption, network bandwidth, and other critical system metrics.</a:t>
            </a:r>
          </a:p>
          <a:p>
            <a:pPr marL="285750" indent="-285750">
              <a:spcBef>
                <a:spcPts val="600"/>
              </a:spcBef>
              <a:buFont typeface="Arial" panose="020B0604020202020204" pitchFamily="34" charset="0"/>
              <a:buChar char="•"/>
            </a:pPr>
            <a:r>
              <a:rPr lang="en-US" dirty="0">
                <a:latin typeface="Titillium Web Light" panose="00000400000000000000" pitchFamily="2" charset="0"/>
              </a:rPr>
              <a:t>The purpose of this application is to provide continuous monitoring of system resources and help maintain system stability through a dedicated display interface.</a:t>
            </a:r>
          </a:p>
        </p:txBody>
      </p:sp>
      <p:sp>
        <p:nvSpPr>
          <p:cNvPr id="7" name="Google Shape;3897;p20">
            <a:extLst>
              <a:ext uri="{FF2B5EF4-FFF2-40B4-BE49-F238E27FC236}">
                <a16:creationId xmlns:a16="http://schemas.microsoft.com/office/drawing/2014/main" id="{0CA5540C-BC11-3BF8-82AB-26933FEC47FA}"/>
              </a:ext>
            </a:extLst>
          </p:cNvPr>
          <p:cNvSpPr txBox="1">
            <a:spLocks/>
          </p:cNvSpPr>
          <p:nvPr/>
        </p:nvSpPr>
        <p:spPr>
          <a:xfrm>
            <a:off x="229681" y="3171825"/>
            <a:ext cx="4949538" cy="1903116"/>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ts val="600"/>
              </a:spcBef>
            </a:pPr>
            <a:r>
              <a:rPr lang="en-US" b="1" dirty="0">
                <a:latin typeface="Titillium Web Light" panose="00000400000000000000" pitchFamily="2" charset="0"/>
              </a:rPr>
              <a:t>System’s Components</a:t>
            </a:r>
          </a:p>
          <a:p>
            <a:pPr marL="285750" indent="-285750">
              <a:spcBef>
                <a:spcPts val="600"/>
              </a:spcBef>
              <a:buFont typeface="Arial" panose="020B0604020202020204" pitchFamily="34" charset="0"/>
              <a:buChar char="•"/>
            </a:pPr>
            <a:r>
              <a:rPr lang="en-US" dirty="0">
                <a:latin typeface="Titillium Web Light" panose="00000400000000000000" pitchFamily="2" charset="0"/>
              </a:rPr>
              <a:t>Hardware:</a:t>
            </a:r>
          </a:p>
          <a:p>
            <a:pPr lvl="8">
              <a:spcBef>
                <a:spcPts val="600"/>
              </a:spcBef>
            </a:pPr>
            <a:r>
              <a:rPr lang="en-US" dirty="0">
                <a:latin typeface="Titillium Web Light" panose="00000400000000000000" pitchFamily="2" charset="0"/>
              </a:rPr>
              <a:t>	+ Development board: Raspberry Pi Zero 2W.</a:t>
            </a:r>
          </a:p>
          <a:p>
            <a:pPr lvl="8">
              <a:spcBef>
                <a:spcPts val="600"/>
              </a:spcBef>
            </a:pPr>
            <a:r>
              <a:rPr lang="en-US" dirty="0">
                <a:latin typeface="Titillium Web Light" panose="00000400000000000000" pitchFamily="2" charset="0"/>
              </a:rPr>
              <a:t>	+ Screen: LCD TFT 2.8” ILI9341 (w/o touch)</a:t>
            </a:r>
          </a:p>
          <a:p>
            <a:pPr marL="285750" indent="-285750">
              <a:spcBef>
                <a:spcPts val="600"/>
              </a:spcBef>
              <a:buFont typeface="Arial" panose="020B0604020202020204" pitchFamily="34" charset="0"/>
              <a:buChar char="•"/>
            </a:pPr>
            <a:r>
              <a:rPr lang="en-US" dirty="0">
                <a:latin typeface="Titillium Web Light" panose="00000400000000000000" pitchFamily="2" charset="0"/>
              </a:rPr>
              <a:t>Operating system: Raspberry Pi OS, kernel version: 6.12.25</a:t>
            </a:r>
          </a:p>
          <a:p>
            <a:pPr marL="285750" indent="-285750">
              <a:spcBef>
                <a:spcPts val="600"/>
              </a:spcBef>
              <a:buFont typeface="Arial" panose="020B0604020202020204" pitchFamily="34" charset="0"/>
              <a:buChar char="•"/>
            </a:pPr>
            <a:r>
              <a:rPr lang="en-US" dirty="0">
                <a:latin typeface="Titillium Web Light" panose="00000400000000000000" pitchFamily="2" charset="0"/>
              </a:rPr>
              <a:t>QT Framework version: 6.4.2.</a:t>
            </a:r>
          </a:p>
        </p:txBody>
      </p:sp>
      <p:sp>
        <p:nvSpPr>
          <p:cNvPr id="8" name="Title 2">
            <a:extLst>
              <a:ext uri="{FF2B5EF4-FFF2-40B4-BE49-F238E27FC236}">
                <a16:creationId xmlns:a16="http://schemas.microsoft.com/office/drawing/2014/main" id="{54EAB5B3-DA17-64F7-F6B9-354A76D96A0C}"/>
              </a:ext>
            </a:extLst>
          </p:cNvPr>
          <p:cNvSpPr txBox="1">
            <a:spLocks/>
          </p:cNvSpPr>
          <p:nvPr/>
        </p:nvSpPr>
        <p:spPr>
          <a:xfrm>
            <a:off x="365881" y="629738"/>
            <a:ext cx="6761100" cy="393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1pPr>
            <a:lvl2pPr marR="0" lvl="1"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2pPr>
            <a:lvl3pPr marR="0" lvl="2"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3pPr>
            <a:lvl4pPr marR="0" lvl="3"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4pPr>
            <a:lvl5pPr marR="0" lvl="4"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5pPr>
            <a:lvl6pPr marR="0" lvl="5"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6pPr>
            <a:lvl7pPr marR="0" lvl="6"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7pPr>
            <a:lvl8pPr marR="0" lvl="7"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8pPr>
            <a:lvl9pPr marR="0" lvl="8"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9pPr>
          </a:lstStyle>
          <a:p>
            <a:r>
              <a:rPr lang="en-US" sz="2000" b="1" dirty="0">
                <a:solidFill>
                  <a:srgbClr val="7030A0"/>
                </a:solidFill>
              </a:rPr>
              <a:t>1.1. System Information</a:t>
            </a:r>
          </a:p>
        </p:txBody>
      </p:sp>
      <p:pic>
        <p:nvPicPr>
          <p:cNvPr id="5" name="Picture 4">
            <a:extLst>
              <a:ext uri="{FF2B5EF4-FFF2-40B4-BE49-F238E27FC236}">
                <a16:creationId xmlns:a16="http://schemas.microsoft.com/office/drawing/2014/main" id="{8AC266C1-1E68-1536-E175-1C1B34721563}"/>
              </a:ext>
            </a:extLst>
          </p:cNvPr>
          <p:cNvPicPr>
            <a:picLocks noChangeAspect="1"/>
          </p:cNvPicPr>
          <p:nvPr/>
        </p:nvPicPr>
        <p:blipFill>
          <a:blip r:embed="rId2"/>
          <a:stretch>
            <a:fillRect/>
          </a:stretch>
        </p:blipFill>
        <p:spPr>
          <a:xfrm>
            <a:off x="5331618" y="1646269"/>
            <a:ext cx="3590725" cy="2142037"/>
          </a:xfrm>
          <a:prstGeom prst="rect">
            <a:avLst/>
          </a:prstGeom>
        </p:spPr>
      </p:pic>
    </p:spTree>
    <p:extLst>
      <p:ext uri="{BB962C8B-B14F-4D97-AF65-F5344CB8AC3E}">
        <p14:creationId xmlns:p14="http://schemas.microsoft.com/office/powerpoint/2010/main" val="391273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8B2BF-4BC1-299C-E58C-8E392C98EB9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0F50648-E43C-09C4-46F7-514935A8016C}"/>
              </a:ext>
            </a:extLst>
          </p:cNvPr>
          <p:cNvSpPr>
            <a:spLocks noGrp="1"/>
          </p:cNvSpPr>
          <p:nvPr>
            <p:ph type="title"/>
          </p:nvPr>
        </p:nvSpPr>
        <p:spPr>
          <a:xfrm>
            <a:off x="91531" y="68559"/>
            <a:ext cx="6761100" cy="645816"/>
          </a:xfrm>
        </p:spPr>
        <p:txBody>
          <a:bodyPr/>
          <a:lstStyle/>
          <a:p>
            <a:r>
              <a:rPr lang="en-US" dirty="0"/>
              <a:t>1. Project Overview</a:t>
            </a:r>
          </a:p>
        </p:txBody>
      </p:sp>
      <p:sp>
        <p:nvSpPr>
          <p:cNvPr id="2" name="Slide Number Placeholder 1">
            <a:extLst>
              <a:ext uri="{FF2B5EF4-FFF2-40B4-BE49-F238E27FC236}">
                <a16:creationId xmlns:a16="http://schemas.microsoft.com/office/drawing/2014/main" id="{5B72FED8-E388-3580-45FC-7915DA61218E}"/>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5</a:t>
            </a:fld>
            <a:endParaRPr lang="en"/>
          </a:p>
        </p:txBody>
      </p:sp>
      <p:sp>
        <p:nvSpPr>
          <p:cNvPr id="8" name="Title 2">
            <a:extLst>
              <a:ext uri="{FF2B5EF4-FFF2-40B4-BE49-F238E27FC236}">
                <a16:creationId xmlns:a16="http://schemas.microsoft.com/office/drawing/2014/main" id="{898C3DEC-0414-1297-A513-813C25B0A9D2}"/>
              </a:ext>
            </a:extLst>
          </p:cNvPr>
          <p:cNvSpPr txBox="1">
            <a:spLocks/>
          </p:cNvSpPr>
          <p:nvPr/>
        </p:nvSpPr>
        <p:spPr>
          <a:xfrm>
            <a:off x="365881" y="629738"/>
            <a:ext cx="6761100" cy="393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1pPr>
            <a:lvl2pPr marR="0" lvl="1"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2pPr>
            <a:lvl3pPr marR="0" lvl="2"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3pPr>
            <a:lvl4pPr marR="0" lvl="3"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4pPr>
            <a:lvl5pPr marR="0" lvl="4"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5pPr>
            <a:lvl6pPr marR="0" lvl="5"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6pPr>
            <a:lvl7pPr marR="0" lvl="6"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7pPr>
            <a:lvl8pPr marR="0" lvl="7"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8pPr>
            <a:lvl9pPr marR="0" lvl="8"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9pPr>
          </a:lstStyle>
          <a:p>
            <a:r>
              <a:rPr lang="en-US" sz="2000" b="1" dirty="0">
                <a:solidFill>
                  <a:srgbClr val="7030A0"/>
                </a:solidFill>
              </a:rPr>
              <a:t>1.2. Application Architecture</a:t>
            </a:r>
          </a:p>
        </p:txBody>
      </p:sp>
      <p:pic>
        <p:nvPicPr>
          <p:cNvPr id="5" name="Picture 4">
            <a:extLst>
              <a:ext uri="{FF2B5EF4-FFF2-40B4-BE49-F238E27FC236}">
                <a16:creationId xmlns:a16="http://schemas.microsoft.com/office/drawing/2014/main" id="{8D09931B-369B-2E9E-2BFE-23476CE07879}"/>
              </a:ext>
            </a:extLst>
          </p:cNvPr>
          <p:cNvPicPr>
            <a:picLocks noChangeAspect="1"/>
          </p:cNvPicPr>
          <p:nvPr/>
        </p:nvPicPr>
        <p:blipFill>
          <a:blip r:embed="rId2"/>
          <a:stretch>
            <a:fillRect/>
          </a:stretch>
        </p:blipFill>
        <p:spPr>
          <a:xfrm>
            <a:off x="5391678" y="826538"/>
            <a:ext cx="2222010" cy="3980166"/>
          </a:xfrm>
          <a:prstGeom prst="rect">
            <a:avLst/>
          </a:prstGeom>
        </p:spPr>
      </p:pic>
      <p:sp>
        <p:nvSpPr>
          <p:cNvPr id="6" name="Google Shape;3897;p20">
            <a:extLst>
              <a:ext uri="{FF2B5EF4-FFF2-40B4-BE49-F238E27FC236}">
                <a16:creationId xmlns:a16="http://schemas.microsoft.com/office/drawing/2014/main" id="{2FD66947-26D1-473D-F0E0-C40B62AF1A0F}"/>
              </a:ext>
            </a:extLst>
          </p:cNvPr>
          <p:cNvSpPr txBox="1">
            <a:spLocks/>
          </p:cNvSpPr>
          <p:nvPr/>
        </p:nvSpPr>
        <p:spPr>
          <a:xfrm>
            <a:off x="229681" y="883970"/>
            <a:ext cx="5020975" cy="362979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ts val="600"/>
              </a:spcBef>
            </a:pPr>
            <a:r>
              <a:rPr lang="en-US" b="1" dirty="0">
                <a:latin typeface="Titillium Web Light" panose="00000400000000000000" pitchFamily="2" charset="0"/>
              </a:rPr>
              <a:t>System Structure</a:t>
            </a:r>
          </a:p>
          <a:p>
            <a:pPr marL="285750" indent="-285750">
              <a:spcBef>
                <a:spcPts val="600"/>
              </a:spcBef>
              <a:buFont typeface="Arial" panose="020B0604020202020204" pitchFamily="34" charset="0"/>
              <a:buChar char="•"/>
            </a:pPr>
            <a:r>
              <a:rPr lang="en-US" dirty="0">
                <a:latin typeface="Titillium Web Light" panose="00000400000000000000" pitchFamily="2" charset="0"/>
              </a:rPr>
              <a:t>The system consists of two separate components: the Driver and the Application.</a:t>
            </a:r>
          </a:p>
          <a:p>
            <a:pPr marL="285750" indent="-285750">
              <a:spcBef>
                <a:spcPts val="600"/>
              </a:spcBef>
              <a:buFont typeface="Arial" panose="020B0604020202020204" pitchFamily="34" charset="0"/>
              <a:buChar char="•"/>
            </a:pPr>
            <a:r>
              <a:rPr lang="en-US" dirty="0">
                <a:latin typeface="Titillium Web Light" panose="00000400000000000000" pitchFamily="2" charset="0"/>
              </a:rPr>
              <a:t>The Driver is built based on the framebuffer driver, enabling applications in user space to communicate with the hardware (LCD) via the SPI bus. In this setup, two physical devices are used:</a:t>
            </a:r>
          </a:p>
          <a:p>
            <a:pPr lvl="8">
              <a:spcBef>
                <a:spcPts val="600"/>
              </a:spcBef>
            </a:pPr>
            <a:r>
              <a:rPr lang="en-US" dirty="0">
                <a:latin typeface="Titillium Web Light" panose="00000400000000000000" pitchFamily="2" charset="0"/>
              </a:rPr>
              <a:t>	+ SPI – handles data transfer.</a:t>
            </a:r>
          </a:p>
          <a:p>
            <a:pPr lvl="8">
              <a:spcBef>
                <a:spcPts val="600"/>
              </a:spcBef>
            </a:pPr>
            <a:r>
              <a:rPr lang="en-US" dirty="0">
                <a:latin typeface="Titillium Web Light" panose="00000400000000000000" pitchFamily="2" charset="0"/>
              </a:rPr>
              <a:t>	+ GPIO – controls reset and switches between 		command/data modes for the LCD.</a:t>
            </a:r>
          </a:p>
          <a:p>
            <a:pPr marL="285750" indent="-285750">
              <a:spcBef>
                <a:spcPts val="600"/>
              </a:spcBef>
              <a:buFont typeface="Arial" panose="020B0604020202020204" pitchFamily="34" charset="0"/>
              <a:buChar char="•"/>
            </a:pPr>
            <a:r>
              <a:rPr lang="en-US" dirty="0">
                <a:latin typeface="Titillium Web Light" panose="00000400000000000000" pitchFamily="2" charset="0"/>
              </a:rPr>
              <a:t>The Application is developed using the Qt framework, which provides developers with a user-friendly environment and simplified tools for building GUI applications.</a:t>
            </a:r>
          </a:p>
        </p:txBody>
      </p:sp>
    </p:spTree>
    <p:extLst>
      <p:ext uri="{BB962C8B-B14F-4D97-AF65-F5344CB8AC3E}">
        <p14:creationId xmlns:p14="http://schemas.microsoft.com/office/powerpoint/2010/main" val="1259027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913"/>
        <p:cNvGrpSpPr/>
        <p:nvPr/>
      </p:nvGrpSpPr>
      <p:grpSpPr>
        <a:xfrm>
          <a:off x="0" y="0"/>
          <a:ext cx="0" cy="0"/>
          <a:chOff x="0" y="0"/>
          <a:chExt cx="0" cy="0"/>
        </a:xfrm>
      </p:grpSpPr>
      <p:sp>
        <p:nvSpPr>
          <p:cNvPr id="3914" name="Google Shape;3914;p22"/>
          <p:cNvSpPr txBox="1">
            <a:spLocks noGrp="1"/>
          </p:cNvSpPr>
          <p:nvPr>
            <p:ph type="title"/>
          </p:nvPr>
        </p:nvSpPr>
        <p:spPr>
          <a:xfrm>
            <a:off x="3528625" y="1653775"/>
            <a:ext cx="3906600" cy="857400"/>
          </a:xfrm>
          <a:prstGeom prst="rect">
            <a:avLst/>
          </a:prstGeom>
        </p:spPr>
        <p:txBody>
          <a:bodyPr spcFirstLastPara="1" wrap="square" lIns="91425" tIns="91425" rIns="91425" bIns="91425" anchor="b" anchorCtr="0">
            <a:noAutofit/>
          </a:bodyPr>
          <a:lstStyle/>
          <a:p>
            <a:pPr lvl="0"/>
            <a:r>
              <a:rPr lang="en" b="1" dirty="0"/>
              <a:t>2. Driver development</a:t>
            </a:r>
            <a:endParaRPr b="1" dirty="0"/>
          </a:p>
        </p:txBody>
      </p:sp>
      <p:pic>
        <p:nvPicPr>
          <p:cNvPr id="3916" name="Google Shape;3916;p22"/>
          <p:cNvPicPr preferRelativeResize="0"/>
          <p:nvPr/>
        </p:nvPicPr>
        <p:blipFill rotWithShape="1">
          <a:blip r:embed="rId3">
            <a:alphaModFix/>
          </a:blip>
          <a:srcRect l="21977" r="15991"/>
          <a:stretch/>
        </p:blipFill>
        <p:spPr>
          <a:xfrm>
            <a:off x="0" y="0"/>
            <a:ext cx="3190550" cy="5143500"/>
          </a:xfrm>
          <a:prstGeom prst="rect">
            <a:avLst/>
          </a:prstGeom>
          <a:noFill/>
          <a:ln>
            <a:noFill/>
          </a:ln>
        </p:spPr>
      </p:pic>
      <p:sp>
        <p:nvSpPr>
          <p:cNvPr id="3917" name="Google Shape;3917;p22"/>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6</a:t>
            </a:fld>
            <a:endParaRPr/>
          </a:p>
        </p:txBody>
      </p:sp>
    </p:spTree>
    <p:extLst>
      <p:ext uri="{BB962C8B-B14F-4D97-AF65-F5344CB8AC3E}">
        <p14:creationId xmlns:p14="http://schemas.microsoft.com/office/powerpoint/2010/main" val="4901104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44D29-E12D-8728-79E3-7E13DBB5745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E6A4A82-513A-BF7E-0398-9C2FC09D567D}"/>
              </a:ext>
            </a:extLst>
          </p:cNvPr>
          <p:cNvSpPr>
            <a:spLocks noGrp="1"/>
          </p:cNvSpPr>
          <p:nvPr>
            <p:ph type="title"/>
          </p:nvPr>
        </p:nvSpPr>
        <p:spPr>
          <a:xfrm>
            <a:off x="91531" y="68559"/>
            <a:ext cx="6761100" cy="645816"/>
          </a:xfrm>
        </p:spPr>
        <p:txBody>
          <a:bodyPr/>
          <a:lstStyle/>
          <a:p>
            <a:r>
              <a:rPr lang="en-US" dirty="0"/>
              <a:t>2. Driver development</a:t>
            </a:r>
          </a:p>
        </p:txBody>
      </p:sp>
      <p:sp>
        <p:nvSpPr>
          <p:cNvPr id="2" name="Slide Number Placeholder 1">
            <a:extLst>
              <a:ext uri="{FF2B5EF4-FFF2-40B4-BE49-F238E27FC236}">
                <a16:creationId xmlns:a16="http://schemas.microsoft.com/office/drawing/2014/main" id="{EA657058-CFE2-C721-5DE3-A3B4F9C70F93}"/>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7</a:t>
            </a:fld>
            <a:endParaRPr lang="en"/>
          </a:p>
        </p:txBody>
      </p:sp>
      <p:sp>
        <p:nvSpPr>
          <p:cNvPr id="8" name="Title 2">
            <a:extLst>
              <a:ext uri="{FF2B5EF4-FFF2-40B4-BE49-F238E27FC236}">
                <a16:creationId xmlns:a16="http://schemas.microsoft.com/office/drawing/2014/main" id="{393084B0-D863-79DA-87A1-80ABC938591B}"/>
              </a:ext>
            </a:extLst>
          </p:cNvPr>
          <p:cNvSpPr txBox="1">
            <a:spLocks/>
          </p:cNvSpPr>
          <p:nvPr/>
        </p:nvSpPr>
        <p:spPr>
          <a:xfrm>
            <a:off x="365881" y="629738"/>
            <a:ext cx="6761100" cy="393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1pPr>
            <a:lvl2pPr marR="0" lvl="1"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2pPr>
            <a:lvl3pPr marR="0" lvl="2"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3pPr>
            <a:lvl4pPr marR="0" lvl="3"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4pPr>
            <a:lvl5pPr marR="0" lvl="4"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5pPr>
            <a:lvl6pPr marR="0" lvl="5"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6pPr>
            <a:lvl7pPr marR="0" lvl="6"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7pPr>
            <a:lvl8pPr marR="0" lvl="7"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8pPr>
            <a:lvl9pPr marR="0" lvl="8"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9pPr>
          </a:lstStyle>
          <a:p>
            <a:r>
              <a:rPr lang="en-US" sz="2000" b="1" dirty="0">
                <a:solidFill>
                  <a:srgbClr val="7030A0"/>
                </a:solidFill>
              </a:rPr>
              <a:t>2.1. Driver Overview</a:t>
            </a:r>
          </a:p>
        </p:txBody>
      </p:sp>
      <p:sp>
        <p:nvSpPr>
          <p:cNvPr id="10" name="Google Shape;3897;p20">
            <a:extLst>
              <a:ext uri="{FF2B5EF4-FFF2-40B4-BE49-F238E27FC236}">
                <a16:creationId xmlns:a16="http://schemas.microsoft.com/office/drawing/2014/main" id="{A20913F7-DD41-8B74-4D3A-B5E52BA638CA}"/>
              </a:ext>
            </a:extLst>
          </p:cNvPr>
          <p:cNvSpPr txBox="1">
            <a:spLocks/>
          </p:cNvSpPr>
          <p:nvPr/>
        </p:nvSpPr>
        <p:spPr>
          <a:xfrm>
            <a:off x="229680" y="883970"/>
            <a:ext cx="7385557" cy="338822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ts val="600"/>
              </a:spcBef>
            </a:pPr>
            <a:r>
              <a:rPr lang="en-US" b="1" dirty="0">
                <a:latin typeface="Titillium Web Light" panose="00000400000000000000" pitchFamily="2" charset="0"/>
              </a:rPr>
              <a:t>Driver Components: Framebuffer Handling and Data Transfer Handling</a:t>
            </a:r>
          </a:p>
          <a:p>
            <a:pPr marL="285750" indent="-285750">
              <a:spcBef>
                <a:spcPts val="600"/>
              </a:spcBef>
              <a:buFont typeface="Wingdings" panose="05000000000000000000" pitchFamily="2" charset="2"/>
              <a:buChar char="v"/>
            </a:pPr>
            <a:r>
              <a:rPr lang="en-US" u="sng" dirty="0">
                <a:latin typeface="Titillium Web Light" panose="00000400000000000000" pitchFamily="2" charset="0"/>
              </a:rPr>
              <a:t>Framebuffer Handling:</a:t>
            </a:r>
            <a:r>
              <a:rPr lang="en-US" dirty="0">
                <a:latin typeface="Titillium Web Light" panose="00000400000000000000" pitchFamily="2" charset="0"/>
              </a:rPr>
              <a:t> The primary function of framebuffer handling is to receive data from user space through system calls, store or modify it in virtual memory, and then trigger deferred I/O transfers.</a:t>
            </a:r>
          </a:p>
          <a:p>
            <a:pPr marL="569913" indent="-285750">
              <a:spcBef>
                <a:spcPts val="600"/>
              </a:spcBef>
              <a:buFont typeface="Arial" panose="020B0604020202020204" pitchFamily="34" charset="0"/>
              <a:buChar char="•"/>
            </a:pPr>
            <a:r>
              <a:rPr lang="en-US" dirty="0">
                <a:latin typeface="Titillium Web Light" panose="00000400000000000000" pitchFamily="2" charset="0"/>
              </a:rPr>
              <a:t>Virtual memory size is determined by the maximum pixel resolution (320 × 240) multiplied by the number of bytes per pixel (2 bytes). The result is then rounded up to match the kernel memory page size.</a:t>
            </a:r>
          </a:p>
          <a:p>
            <a:pPr marL="569913" indent="-285750">
              <a:spcBef>
                <a:spcPts val="600"/>
              </a:spcBef>
              <a:buFont typeface="Arial" panose="020B0604020202020204" pitchFamily="34" charset="0"/>
              <a:buChar char="•"/>
            </a:pPr>
            <a:r>
              <a:rPr lang="en-US" dirty="0">
                <a:latin typeface="Titillium Web Light" panose="00000400000000000000" pitchFamily="2" charset="0"/>
              </a:rPr>
              <a:t>The deferred I/O transfer delay is set to 20ms.</a:t>
            </a:r>
          </a:p>
          <a:p>
            <a:pPr marL="285750" indent="-285750">
              <a:spcBef>
                <a:spcPts val="600"/>
              </a:spcBef>
              <a:buFont typeface="Wingdings" panose="05000000000000000000" pitchFamily="2" charset="2"/>
              <a:buChar char="v"/>
            </a:pPr>
            <a:r>
              <a:rPr lang="en-US" u="sng" dirty="0">
                <a:latin typeface="Titillium Web Light" panose="00000400000000000000" pitchFamily="2" charset="0"/>
              </a:rPr>
              <a:t>Data Transfer Handling:</a:t>
            </a:r>
            <a:r>
              <a:rPr lang="en-US" dirty="0">
                <a:latin typeface="Titillium Web Light" panose="00000400000000000000" pitchFamily="2" charset="0"/>
              </a:rPr>
              <a:t> This component provides the functions to configure the SPI device and initiate data transfers to the LCD.</a:t>
            </a:r>
          </a:p>
          <a:p>
            <a:pPr marL="569913" indent="-285750">
              <a:spcBef>
                <a:spcPts val="600"/>
              </a:spcBef>
              <a:buFont typeface="Arial" panose="020B0604020202020204" pitchFamily="34" charset="0"/>
              <a:buChar char="•"/>
            </a:pPr>
            <a:r>
              <a:rPr lang="en-US" dirty="0">
                <a:latin typeface="Titillium Web Light" panose="00000400000000000000" pitchFamily="2" charset="0"/>
              </a:rPr>
              <a:t>SPI speed: 32 MHz</a:t>
            </a:r>
          </a:p>
          <a:p>
            <a:pPr marL="569913" indent="-285750">
              <a:spcBef>
                <a:spcPts val="600"/>
              </a:spcBef>
              <a:buFont typeface="Arial" panose="020B0604020202020204" pitchFamily="34" charset="0"/>
              <a:buChar char="•"/>
            </a:pPr>
            <a:r>
              <a:rPr lang="en-US" dirty="0">
                <a:latin typeface="Titillium Web Light" panose="00000400000000000000" pitchFamily="2" charset="0"/>
              </a:rPr>
              <a:t>SPI transfer via DMA: Not used</a:t>
            </a:r>
          </a:p>
        </p:txBody>
      </p:sp>
    </p:spTree>
    <p:extLst>
      <p:ext uri="{BB962C8B-B14F-4D97-AF65-F5344CB8AC3E}">
        <p14:creationId xmlns:p14="http://schemas.microsoft.com/office/powerpoint/2010/main" val="3043919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1C88D-B3A1-13AF-1DB0-0231F68785A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E50CF6C-2F1E-03EF-18FF-6C873C9B8408}"/>
              </a:ext>
            </a:extLst>
          </p:cNvPr>
          <p:cNvSpPr>
            <a:spLocks noGrp="1"/>
          </p:cNvSpPr>
          <p:nvPr>
            <p:ph type="title"/>
          </p:nvPr>
        </p:nvSpPr>
        <p:spPr>
          <a:xfrm>
            <a:off x="91531" y="68559"/>
            <a:ext cx="6761100" cy="645816"/>
          </a:xfrm>
        </p:spPr>
        <p:txBody>
          <a:bodyPr/>
          <a:lstStyle/>
          <a:p>
            <a:r>
              <a:rPr lang="en-US" dirty="0"/>
              <a:t>2. Driver development</a:t>
            </a:r>
          </a:p>
        </p:txBody>
      </p:sp>
      <p:sp>
        <p:nvSpPr>
          <p:cNvPr id="2" name="Slide Number Placeholder 1">
            <a:extLst>
              <a:ext uri="{FF2B5EF4-FFF2-40B4-BE49-F238E27FC236}">
                <a16:creationId xmlns:a16="http://schemas.microsoft.com/office/drawing/2014/main" id="{07E4F6F5-BC7A-B392-5E41-01253165AC98}"/>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8</a:t>
            </a:fld>
            <a:endParaRPr lang="en"/>
          </a:p>
        </p:txBody>
      </p:sp>
      <p:sp>
        <p:nvSpPr>
          <p:cNvPr id="8" name="Title 2">
            <a:extLst>
              <a:ext uri="{FF2B5EF4-FFF2-40B4-BE49-F238E27FC236}">
                <a16:creationId xmlns:a16="http://schemas.microsoft.com/office/drawing/2014/main" id="{707A2EDF-9B89-2789-8B42-D29CFDDD50A5}"/>
              </a:ext>
            </a:extLst>
          </p:cNvPr>
          <p:cNvSpPr txBox="1">
            <a:spLocks/>
          </p:cNvSpPr>
          <p:nvPr/>
        </p:nvSpPr>
        <p:spPr>
          <a:xfrm>
            <a:off x="365881" y="629738"/>
            <a:ext cx="6761100" cy="393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1pPr>
            <a:lvl2pPr marR="0" lvl="1"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2pPr>
            <a:lvl3pPr marR="0" lvl="2"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3pPr>
            <a:lvl4pPr marR="0" lvl="3"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4pPr>
            <a:lvl5pPr marR="0" lvl="4"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5pPr>
            <a:lvl6pPr marR="0" lvl="5"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6pPr>
            <a:lvl7pPr marR="0" lvl="6"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7pPr>
            <a:lvl8pPr marR="0" lvl="7"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8pPr>
            <a:lvl9pPr marR="0" lvl="8"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9pPr>
          </a:lstStyle>
          <a:p>
            <a:r>
              <a:rPr lang="en-US" sz="2000" b="1" dirty="0">
                <a:solidFill>
                  <a:srgbClr val="7030A0"/>
                </a:solidFill>
              </a:rPr>
              <a:t>2.2. Device tree</a:t>
            </a:r>
          </a:p>
        </p:txBody>
      </p:sp>
      <p:sp>
        <p:nvSpPr>
          <p:cNvPr id="4" name="Google Shape;3897;p20">
            <a:extLst>
              <a:ext uri="{FF2B5EF4-FFF2-40B4-BE49-F238E27FC236}">
                <a16:creationId xmlns:a16="http://schemas.microsoft.com/office/drawing/2014/main" id="{FA5FC524-18DB-304A-C1CF-5B7CCCEC71DC}"/>
              </a:ext>
            </a:extLst>
          </p:cNvPr>
          <p:cNvSpPr txBox="1">
            <a:spLocks/>
          </p:cNvSpPr>
          <p:nvPr/>
        </p:nvSpPr>
        <p:spPr>
          <a:xfrm>
            <a:off x="229681" y="1023338"/>
            <a:ext cx="4529696" cy="1697377"/>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ts val="600"/>
              </a:spcBef>
            </a:pPr>
            <a:r>
              <a:rPr lang="en-US" dirty="0">
                <a:latin typeface="Titillium Web Light" panose="00000400000000000000" pitchFamily="2" charset="0"/>
              </a:rPr>
              <a:t>In this system, the device tree was created as an overlay in order to:</a:t>
            </a:r>
          </a:p>
          <a:p>
            <a:pPr marL="285750" indent="-285750">
              <a:spcBef>
                <a:spcPts val="600"/>
              </a:spcBef>
              <a:buFont typeface="Arial" panose="020B0604020202020204" pitchFamily="34" charset="0"/>
              <a:buChar char="•"/>
            </a:pPr>
            <a:r>
              <a:rPr lang="en-US" dirty="0">
                <a:latin typeface="Titillium Web Light" panose="00000400000000000000" pitchFamily="2" charset="0"/>
              </a:rPr>
              <a:t>Minimize the time required to investigate other components (e.g., framebuffer, Qt, etc.).</a:t>
            </a:r>
          </a:p>
          <a:p>
            <a:pPr marL="285750" indent="-285750">
              <a:spcBef>
                <a:spcPts val="600"/>
              </a:spcBef>
              <a:buFont typeface="Arial" panose="020B0604020202020204" pitchFamily="34" charset="0"/>
              <a:buChar char="•"/>
            </a:pPr>
            <a:r>
              <a:rPr lang="en-US" dirty="0">
                <a:latin typeface="Titillium Web Light" panose="00000400000000000000" pitchFamily="2" charset="0"/>
              </a:rPr>
              <a:t>Reduce the effort of rebuilding the </a:t>
            </a:r>
            <a:r>
              <a:rPr lang="en-US" dirty="0" err="1">
                <a:latin typeface="Titillium Web Light" panose="00000400000000000000" pitchFamily="2" charset="0"/>
              </a:rPr>
              <a:t>Yocto</a:t>
            </a:r>
            <a:r>
              <a:rPr lang="en-US" dirty="0">
                <a:latin typeface="Titillium Web Light" panose="00000400000000000000" pitchFamily="2" charset="0"/>
              </a:rPr>
              <a:t> project, which can otherwise be very time-consuming.</a:t>
            </a:r>
          </a:p>
        </p:txBody>
      </p:sp>
      <p:pic>
        <p:nvPicPr>
          <p:cNvPr id="11" name="Picture 10">
            <a:extLst>
              <a:ext uri="{FF2B5EF4-FFF2-40B4-BE49-F238E27FC236}">
                <a16:creationId xmlns:a16="http://schemas.microsoft.com/office/drawing/2014/main" id="{BE74DE6B-EB56-28EC-330B-B64A93201C78}"/>
              </a:ext>
            </a:extLst>
          </p:cNvPr>
          <p:cNvPicPr>
            <a:picLocks noChangeAspect="1"/>
          </p:cNvPicPr>
          <p:nvPr/>
        </p:nvPicPr>
        <p:blipFill>
          <a:blip r:embed="rId2"/>
          <a:stretch>
            <a:fillRect/>
          </a:stretch>
        </p:blipFill>
        <p:spPr>
          <a:xfrm>
            <a:off x="4864308" y="238836"/>
            <a:ext cx="4124862" cy="4665828"/>
          </a:xfrm>
          <a:prstGeom prst="rect">
            <a:avLst/>
          </a:prstGeom>
        </p:spPr>
      </p:pic>
      <p:sp>
        <p:nvSpPr>
          <p:cNvPr id="12" name="Google Shape;3897;p20">
            <a:extLst>
              <a:ext uri="{FF2B5EF4-FFF2-40B4-BE49-F238E27FC236}">
                <a16:creationId xmlns:a16="http://schemas.microsoft.com/office/drawing/2014/main" id="{8D69256C-0D5C-9E9D-8B1B-2A3F5C8809B6}"/>
              </a:ext>
            </a:extLst>
          </p:cNvPr>
          <p:cNvSpPr txBox="1">
            <a:spLocks/>
          </p:cNvSpPr>
          <p:nvPr/>
        </p:nvSpPr>
        <p:spPr>
          <a:xfrm>
            <a:off x="229681" y="2713861"/>
            <a:ext cx="4529696" cy="1697377"/>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ts val="600"/>
              </a:spcBef>
            </a:pPr>
            <a:r>
              <a:rPr lang="en-US" dirty="0">
                <a:latin typeface="Titillium Web Light" panose="00000400000000000000" pitchFamily="2" charset="0"/>
              </a:rPr>
              <a:t>The device tree have 2 parts:</a:t>
            </a:r>
          </a:p>
          <a:p>
            <a:pPr marL="342900" indent="-342900">
              <a:spcBef>
                <a:spcPts val="600"/>
              </a:spcBef>
              <a:buAutoNum type="arabicPeriod"/>
            </a:pPr>
            <a:r>
              <a:rPr lang="en-US" dirty="0">
                <a:latin typeface="Titillium Web Light" panose="00000400000000000000" pitchFamily="2" charset="0"/>
              </a:rPr>
              <a:t>fragment@0 (SPI): Defines a custom node ili9341@0, created specifically for the LCD device. The compatible field is set to "customer,ili9341".</a:t>
            </a:r>
          </a:p>
          <a:p>
            <a:pPr marL="342900" indent="-342900">
              <a:spcBef>
                <a:spcPts val="600"/>
              </a:spcBef>
              <a:buAutoNum type="arabicPeriod"/>
            </a:pPr>
            <a:r>
              <a:rPr lang="en-US" dirty="0">
                <a:latin typeface="Titillium Web Light" panose="00000400000000000000" pitchFamily="2" charset="0"/>
              </a:rPr>
              <a:t>fragment@1 (GPIO): Configures the GPIO pins used to control the RST and DC signals.</a:t>
            </a:r>
          </a:p>
        </p:txBody>
      </p:sp>
    </p:spTree>
    <p:extLst>
      <p:ext uri="{BB962C8B-B14F-4D97-AF65-F5344CB8AC3E}">
        <p14:creationId xmlns:p14="http://schemas.microsoft.com/office/powerpoint/2010/main" val="1277090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FB52C-138E-BF8F-7636-3293EDC13AC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8D29B52-0663-7D95-4807-3C6BA7AB5F22}"/>
              </a:ext>
            </a:extLst>
          </p:cNvPr>
          <p:cNvSpPr>
            <a:spLocks noGrp="1"/>
          </p:cNvSpPr>
          <p:nvPr>
            <p:ph type="title"/>
          </p:nvPr>
        </p:nvSpPr>
        <p:spPr>
          <a:xfrm>
            <a:off x="91531" y="68559"/>
            <a:ext cx="6761100" cy="645816"/>
          </a:xfrm>
        </p:spPr>
        <p:txBody>
          <a:bodyPr/>
          <a:lstStyle/>
          <a:p>
            <a:r>
              <a:rPr lang="en-US" dirty="0"/>
              <a:t>2. Driver development</a:t>
            </a:r>
          </a:p>
        </p:txBody>
      </p:sp>
      <p:sp>
        <p:nvSpPr>
          <p:cNvPr id="2" name="Slide Number Placeholder 1">
            <a:extLst>
              <a:ext uri="{FF2B5EF4-FFF2-40B4-BE49-F238E27FC236}">
                <a16:creationId xmlns:a16="http://schemas.microsoft.com/office/drawing/2014/main" id="{A0D5FA96-741B-6EBC-F81C-3C86D41A98E8}"/>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9</a:t>
            </a:fld>
            <a:endParaRPr lang="en"/>
          </a:p>
        </p:txBody>
      </p:sp>
      <p:sp>
        <p:nvSpPr>
          <p:cNvPr id="8" name="Title 2">
            <a:extLst>
              <a:ext uri="{FF2B5EF4-FFF2-40B4-BE49-F238E27FC236}">
                <a16:creationId xmlns:a16="http://schemas.microsoft.com/office/drawing/2014/main" id="{71F3C651-A4BA-07BC-E468-37AF4FA324A2}"/>
              </a:ext>
            </a:extLst>
          </p:cNvPr>
          <p:cNvSpPr txBox="1">
            <a:spLocks/>
          </p:cNvSpPr>
          <p:nvPr/>
        </p:nvSpPr>
        <p:spPr>
          <a:xfrm>
            <a:off x="365881" y="629738"/>
            <a:ext cx="6761100" cy="393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1pPr>
            <a:lvl2pPr marR="0" lvl="1"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2pPr>
            <a:lvl3pPr marR="0" lvl="2"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3pPr>
            <a:lvl4pPr marR="0" lvl="3"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4pPr>
            <a:lvl5pPr marR="0" lvl="4"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5pPr>
            <a:lvl6pPr marR="0" lvl="5"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6pPr>
            <a:lvl7pPr marR="0" lvl="6"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7pPr>
            <a:lvl8pPr marR="0" lvl="7"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8pPr>
            <a:lvl9pPr marR="0" lvl="8"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9pPr>
          </a:lstStyle>
          <a:p>
            <a:r>
              <a:rPr lang="en-US" sz="2000" b="1" dirty="0">
                <a:solidFill>
                  <a:srgbClr val="7030A0"/>
                </a:solidFill>
              </a:rPr>
              <a:t>2.3. Driver Structure</a:t>
            </a:r>
          </a:p>
        </p:txBody>
      </p:sp>
      <p:pic>
        <p:nvPicPr>
          <p:cNvPr id="9" name="Picture 8">
            <a:extLst>
              <a:ext uri="{FF2B5EF4-FFF2-40B4-BE49-F238E27FC236}">
                <a16:creationId xmlns:a16="http://schemas.microsoft.com/office/drawing/2014/main" id="{B26D780E-30CE-CF0C-E42B-737EECF6200A}"/>
              </a:ext>
            </a:extLst>
          </p:cNvPr>
          <p:cNvPicPr>
            <a:picLocks noChangeAspect="1"/>
          </p:cNvPicPr>
          <p:nvPr/>
        </p:nvPicPr>
        <p:blipFill>
          <a:blip r:embed="rId2"/>
          <a:stretch>
            <a:fillRect/>
          </a:stretch>
        </p:blipFill>
        <p:spPr>
          <a:xfrm>
            <a:off x="234282" y="1194788"/>
            <a:ext cx="8675435" cy="3568285"/>
          </a:xfrm>
          <a:prstGeom prst="rect">
            <a:avLst/>
          </a:prstGeom>
        </p:spPr>
      </p:pic>
    </p:spTree>
    <p:extLst>
      <p:ext uri="{BB962C8B-B14F-4D97-AF65-F5344CB8AC3E}">
        <p14:creationId xmlns:p14="http://schemas.microsoft.com/office/powerpoint/2010/main" val="1565542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13">
          <a:extLst>
            <a:ext uri="{FF2B5EF4-FFF2-40B4-BE49-F238E27FC236}">
              <a16:creationId xmlns:a16="http://schemas.microsoft.com/office/drawing/2014/main" id="{5214C191-EE55-B7D2-D23F-8AF4E7BE4956}"/>
            </a:ext>
          </a:extLst>
        </p:cNvPr>
        <p:cNvGrpSpPr/>
        <p:nvPr/>
      </p:nvGrpSpPr>
      <p:grpSpPr>
        <a:xfrm>
          <a:off x="0" y="0"/>
          <a:ext cx="0" cy="0"/>
          <a:chOff x="0" y="0"/>
          <a:chExt cx="0" cy="0"/>
        </a:xfrm>
      </p:grpSpPr>
      <p:sp>
        <p:nvSpPr>
          <p:cNvPr id="3914" name="Google Shape;3914;p22">
            <a:extLst>
              <a:ext uri="{FF2B5EF4-FFF2-40B4-BE49-F238E27FC236}">
                <a16:creationId xmlns:a16="http://schemas.microsoft.com/office/drawing/2014/main" id="{A7799359-9C86-6E0E-8EAE-C63BCC371F15}"/>
              </a:ext>
            </a:extLst>
          </p:cNvPr>
          <p:cNvSpPr txBox="1">
            <a:spLocks noGrp="1"/>
          </p:cNvSpPr>
          <p:nvPr>
            <p:ph type="title"/>
          </p:nvPr>
        </p:nvSpPr>
        <p:spPr>
          <a:xfrm>
            <a:off x="3528625" y="1653775"/>
            <a:ext cx="3906600" cy="857400"/>
          </a:xfrm>
          <a:prstGeom prst="rect">
            <a:avLst/>
          </a:prstGeom>
        </p:spPr>
        <p:txBody>
          <a:bodyPr spcFirstLastPara="1" wrap="square" lIns="91425" tIns="91425" rIns="91425" bIns="91425" anchor="b" anchorCtr="0">
            <a:noAutofit/>
          </a:bodyPr>
          <a:lstStyle/>
          <a:p>
            <a:pPr lvl="0"/>
            <a:r>
              <a:rPr lang="en" b="1" dirty="0"/>
              <a:t>3. QT Application</a:t>
            </a:r>
            <a:endParaRPr b="1" dirty="0"/>
          </a:p>
        </p:txBody>
      </p:sp>
      <p:pic>
        <p:nvPicPr>
          <p:cNvPr id="3916" name="Google Shape;3916;p22">
            <a:extLst>
              <a:ext uri="{FF2B5EF4-FFF2-40B4-BE49-F238E27FC236}">
                <a16:creationId xmlns:a16="http://schemas.microsoft.com/office/drawing/2014/main" id="{1F415435-852E-DD58-B659-EB531EB3CEE4}"/>
              </a:ext>
            </a:extLst>
          </p:cNvPr>
          <p:cNvPicPr preferRelativeResize="0"/>
          <p:nvPr/>
        </p:nvPicPr>
        <p:blipFill rotWithShape="1">
          <a:blip r:embed="rId3">
            <a:alphaModFix/>
          </a:blip>
          <a:srcRect l="21977" r="15991"/>
          <a:stretch/>
        </p:blipFill>
        <p:spPr>
          <a:xfrm>
            <a:off x="0" y="0"/>
            <a:ext cx="3190550" cy="5143500"/>
          </a:xfrm>
          <a:prstGeom prst="rect">
            <a:avLst/>
          </a:prstGeom>
          <a:noFill/>
          <a:ln>
            <a:noFill/>
          </a:ln>
        </p:spPr>
      </p:pic>
      <p:sp>
        <p:nvSpPr>
          <p:cNvPr id="3917" name="Google Shape;3917;p22">
            <a:extLst>
              <a:ext uri="{FF2B5EF4-FFF2-40B4-BE49-F238E27FC236}">
                <a16:creationId xmlns:a16="http://schemas.microsoft.com/office/drawing/2014/main" id="{BE4A4B84-704E-C701-FEB9-F02CC88C3147}"/>
              </a:ext>
            </a:extLst>
          </p:cNvPr>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10</a:t>
            </a:fld>
            <a:endParaRPr/>
          </a:p>
        </p:txBody>
      </p:sp>
    </p:spTree>
    <p:extLst>
      <p:ext uri="{BB962C8B-B14F-4D97-AF65-F5344CB8AC3E}">
        <p14:creationId xmlns:p14="http://schemas.microsoft.com/office/powerpoint/2010/main" val="24629830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1408B-5C2A-FF23-477A-AD76A8B4C3A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699E702-A377-29C6-AE9C-B15A22468AA9}"/>
              </a:ext>
            </a:extLst>
          </p:cNvPr>
          <p:cNvSpPr>
            <a:spLocks noGrp="1"/>
          </p:cNvSpPr>
          <p:nvPr>
            <p:ph type="title"/>
          </p:nvPr>
        </p:nvSpPr>
        <p:spPr>
          <a:xfrm>
            <a:off x="91531" y="68559"/>
            <a:ext cx="6761100" cy="645816"/>
          </a:xfrm>
        </p:spPr>
        <p:txBody>
          <a:bodyPr/>
          <a:lstStyle/>
          <a:p>
            <a:r>
              <a:rPr lang="en-US" dirty="0"/>
              <a:t>3. QT Application</a:t>
            </a:r>
          </a:p>
        </p:txBody>
      </p:sp>
      <p:sp>
        <p:nvSpPr>
          <p:cNvPr id="2" name="Slide Number Placeholder 1">
            <a:extLst>
              <a:ext uri="{FF2B5EF4-FFF2-40B4-BE49-F238E27FC236}">
                <a16:creationId xmlns:a16="http://schemas.microsoft.com/office/drawing/2014/main" id="{F5BB0C3A-99B1-8FBD-DD8D-FDD5FE4A3063}"/>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11</a:t>
            </a:fld>
            <a:endParaRPr lang="en"/>
          </a:p>
        </p:txBody>
      </p:sp>
      <p:sp>
        <p:nvSpPr>
          <p:cNvPr id="8" name="Title 2">
            <a:extLst>
              <a:ext uri="{FF2B5EF4-FFF2-40B4-BE49-F238E27FC236}">
                <a16:creationId xmlns:a16="http://schemas.microsoft.com/office/drawing/2014/main" id="{AAFF3B45-EDC5-27C0-80AE-EB9B2FBA7EEB}"/>
              </a:ext>
            </a:extLst>
          </p:cNvPr>
          <p:cNvSpPr txBox="1">
            <a:spLocks/>
          </p:cNvSpPr>
          <p:nvPr/>
        </p:nvSpPr>
        <p:spPr>
          <a:xfrm>
            <a:off x="365881" y="629738"/>
            <a:ext cx="6761100" cy="393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1pPr>
            <a:lvl2pPr marR="0" lvl="1"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2pPr>
            <a:lvl3pPr marR="0" lvl="2"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3pPr>
            <a:lvl4pPr marR="0" lvl="3"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4pPr>
            <a:lvl5pPr marR="0" lvl="4"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5pPr>
            <a:lvl6pPr marR="0" lvl="5"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6pPr>
            <a:lvl7pPr marR="0" lvl="6"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7pPr>
            <a:lvl8pPr marR="0" lvl="7"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8pPr>
            <a:lvl9pPr marR="0" lvl="8"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9pPr>
          </a:lstStyle>
          <a:p>
            <a:r>
              <a:rPr lang="en-US" sz="2000" b="1" dirty="0">
                <a:solidFill>
                  <a:srgbClr val="7030A0"/>
                </a:solidFill>
              </a:rPr>
              <a:t>3.1. Application Overview</a:t>
            </a:r>
          </a:p>
        </p:txBody>
      </p:sp>
      <p:sp>
        <p:nvSpPr>
          <p:cNvPr id="10" name="Google Shape;3897;p20">
            <a:extLst>
              <a:ext uri="{FF2B5EF4-FFF2-40B4-BE49-F238E27FC236}">
                <a16:creationId xmlns:a16="http://schemas.microsoft.com/office/drawing/2014/main" id="{08C42345-0D22-F831-C939-90B84DE3B394}"/>
              </a:ext>
            </a:extLst>
          </p:cNvPr>
          <p:cNvSpPr txBox="1">
            <a:spLocks/>
          </p:cNvSpPr>
          <p:nvPr/>
        </p:nvSpPr>
        <p:spPr>
          <a:xfrm>
            <a:off x="229680" y="883970"/>
            <a:ext cx="7385557" cy="51011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ts val="600"/>
              </a:spcBef>
            </a:pPr>
            <a:r>
              <a:rPr lang="en-US" sz="1300" b="1" dirty="0">
                <a:latin typeface="Titillium Web Light" panose="00000400000000000000" pitchFamily="2" charset="0"/>
              </a:rPr>
              <a:t>Application development flow:</a:t>
            </a:r>
            <a:endParaRPr lang="en-US" sz="1300" dirty="0">
              <a:latin typeface="Titillium Web Light" panose="00000400000000000000" pitchFamily="2" charset="0"/>
            </a:endParaRPr>
          </a:p>
        </p:txBody>
      </p:sp>
      <p:pic>
        <p:nvPicPr>
          <p:cNvPr id="5" name="Picture 4">
            <a:extLst>
              <a:ext uri="{FF2B5EF4-FFF2-40B4-BE49-F238E27FC236}">
                <a16:creationId xmlns:a16="http://schemas.microsoft.com/office/drawing/2014/main" id="{D3CE4E49-B739-0E68-7154-47624B10C91E}"/>
              </a:ext>
            </a:extLst>
          </p:cNvPr>
          <p:cNvPicPr>
            <a:picLocks noChangeAspect="1"/>
          </p:cNvPicPr>
          <p:nvPr/>
        </p:nvPicPr>
        <p:blipFill>
          <a:blip r:embed="rId2"/>
          <a:stretch>
            <a:fillRect/>
          </a:stretch>
        </p:blipFill>
        <p:spPr>
          <a:xfrm>
            <a:off x="91531" y="1275554"/>
            <a:ext cx="7615237" cy="1077703"/>
          </a:xfrm>
          <a:prstGeom prst="rect">
            <a:avLst/>
          </a:prstGeom>
        </p:spPr>
      </p:pic>
      <p:sp>
        <p:nvSpPr>
          <p:cNvPr id="6" name="Google Shape;3897;p20">
            <a:extLst>
              <a:ext uri="{FF2B5EF4-FFF2-40B4-BE49-F238E27FC236}">
                <a16:creationId xmlns:a16="http://schemas.microsoft.com/office/drawing/2014/main" id="{8C17A0F2-B49B-E1D1-E5F9-17258B14BD18}"/>
              </a:ext>
            </a:extLst>
          </p:cNvPr>
          <p:cNvSpPr txBox="1">
            <a:spLocks/>
          </p:cNvSpPr>
          <p:nvPr/>
        </p:nvSpPr>
        <p:spPr>
          <a:xfrm>
            <a:off x="251458" y="2320448"/>
            <a:ext cx="7295382" cy="1326353"/>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ts val="600"/>
              </a:spcBef>
            </a:pPr>
            <a:r>
              <a:rPr lang="en-US" sz="1300" b="1" dirty="0">
                <a:latin typeface="Titillium Web Light" panose="00000400000000000000" pitchFamily="2" charset="0"/>
              </a:rPr>
              <a:t>Framework used: </a:t>
            </a:r>
            <a:r>
              <a:rPr lang="en-US" sz="1300" dirty="0">
                <a:latin typeface="Titillium Web Light" panose="00000400000000000000" pitchFamily="2" charset="0"/>
              </a:rPr>
              <a:t>In this system, Qt Widgets is chosen as the UI framework instead of Qt Quick because::</a:t>
            </a:r>
          </a:p>
          <a:p>
            <a:pPr marL="285750" indent="-285750">
              <a:spcBef>
                <a:spcPts val="600"/>
              </a:spcBef>
              <a:buFont typeface="Arial" panose="020B0604020202020204" pitchFamily="34" charset="0"/>
              <a:buChar char="•"/>
            </a:pPr>
            <a:r>
              <a:rPr lang="en-US" sz="1300" dirty="0">
                <a:latin typeface="Titillium Web Light" panose="00000400000000000000" pitchFamily="2" charset="0"/>
              </a:rPr>
              <a:t>It is lightweight, making it suitable for applications running on limited CPU/GPU resources.</a:t>
            </a:r>
          </a:p>
          <a:p>
            <a:pPr marL="285750" indent="-285750">
              <a:spcBef>
                <a:spcPts val="600"/>
              </a:spcBef>
              <a:buFont typeface="Arial" panose="020B0604020202020204" pitchFamily="34" charset="0"/>
              <a:buChar char="•"/>
            </a:pPr>
            <a:r>
              <a:rPr lang="en-US" sz="1300" dirty="0">
                <a:latin typeface="Titillium Web Light" panose="00000400000000000000" pitchFamily="2" charset="0"/>
              </a:rPr>
              <a:t>It does not require hardware acceleration (GPU) to function effectively.</a:t>
            </a:r>
          </a:p>
        </p:txBody>
      </p:sp>
      <p:sp>
        <p:nvSpPr>
          <p:cNvPr id="7" name="Google Shape;3897;p20">
            <a:extLst>
              <a:ext uri="{FF2B5EF4-FFF2-40B4-BE49-F238E27FC236}">
                <a16:creationId xmlns:a16="http://schemas.microsoft.com/office/drawing/2014/main" id="{8C6D0CF5-A571-6E57-2D9A-D17B9A8A3E97}"/>
              </a:ext>
            </a:extLst>
          </p:cNvPr>
          <p:cNvSpPr txBox="1">
            <a:spLocks/>
          </p:cNvSpPr>
          <p:nvPr/>
        </p:nvSpPr>
        <p:spPr>
          <a:xfrm>
            <a:off x="251458" y="3423091"/>
            <a:ext cx="8097356" cy="1807321"/>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ts val="600"/>
              </a:spcBef>
            </a:pPr>
            <a:r>
              <a:rPr lang="en-US" sz="1300" b="1" dirty="0">
                <a:latin typeface="Titillium Web Light" panose="00000400000000000000" pitchFamily="2" charset="0"/>
              </a:rPr>
              <a:t>Application Description: </a:t>
            </a:r>
            <a:r>
              <a:rPr lang="en-US" sz="1300" dirty="0">
                <a:latin typeface="Titillium Web Light" panose="00000400000000000000" pitchFamily="2" charset="0"/>
              </a:rPr>
              <a:t>The application consists of four windows:</a:t>
            </a:r>
          </a:p>
          <a:p>
            <a:pPr marL="285750" indent="-285750">
              <a:spcBef>
                <a:spcPts val="600"/>
              </a:spcBef>
              <a:buFont typeface="Arial" panose="020B0604020202020204" pitchFamily="34" charset="0"/>
              <a:buChar char="•"/>
            </a:pPr>
            <a:r>
              <a:rPr lang="en-US" sz="1300" dirty="0">
                <a:latin typeface="Titillium Web Light" panose="00000400000000000000" pitchFamily="2" charset="0"/>
              </a:rPr>
              <a:t>Main Window: Displays most of the system data using compact components such as meters and labels.</a:t>
            </a:r>
          </a:p>
          <a:p>
            <a:pPr marL="285750" indent="-285750">
              <a:spcBef>
                <a:spcPts val="600"/>
              </a:spcBef>
              <a:buFont typeface="Arial" panose="020B0604020202020204" pitchFamily="34" charset="0"/>
              <a:buChar char="•"/>
            </a:pPr>
            <a:r>
              <a:rPr lang="en-US" sz="1300" dirty="0">
                <a:latin typeface="Titillium Web Light" panose="00000400000000000000" pitchFamily="2" charset="0"/>
              </a:rPr>
              <a:t>CPU Window: Provides a detailed graph of sub-CPU usage.</a:t>
            </a:r>
          </a:p>
          <a:p>
            <a:pPr marL="285750" indent="-285750">
              <a:spcBef>
                <a:spcPts val="600"/>
              </a:spcBef>
              <a:buFont typeface="Arial" panose="020B0604020202020204" pitchFamily="34" charset="0"/>
              <a:buChar char="•"/>
            </a:pPr>
            <a:r>
              <a:rPr lang="en-US" sz="1300" dirty="0">
                <a:latin typeface="Titillium Web Light" panose="00000400000000000000" pitchFamily="2" charset="0"/>
              </a:rPr>
              <a:t>Memory Window: Shows detailed information about RAM and storage utilization.</a:t>
            </a:r>
          </a:p>
          <a:p>
            <a:pPr marL="285750" indent="-285750">
              <a:spcBef>
                <a:spcPts val="600"/>
              </a:spcBef>
              <a:buFont typeface="Arial" panose="020B0604020202020204" pitchFamily="34" charset="0"/>
              <a:buChar char="•"/>
            </a:pPr>
            <a:r>
              <a:rPr lang="en-US" sz="1300" dirty="0">
                <a:latin typeface="Titillium Web Light" panose="00000400000000000000" pitchFamily="2" charset="0"/>
              </a:rPr>
              <a:t>Time Window: Presents the current time with a visually distinctive colored background.</a:t>
            </a:r>
          </a:p>
        </p:txBody>
      </p:sp>
    </p:spTree>
    <p:extLst>
      <p:ext uri="{BB962C8B-B14F-4D97-AF65-F5344CB8AC3E}">
        <p14:creationId xmlns:p14="http://schemas.microsoft.com/office/powerpoint/2010/main" val="4294950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3B84A-B274-61B2-C7D9-26E554E915E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AE5A2EE-968C-95CE-B76F-C67C00C88E97}"/>
              </a:ext>
            </a:extLst>
          </p:cNvPr>
          <p:cNvSpPr>
            <a:spLocks noGrp="1"/>
          </p:cNvSpPr>
          <p:nvPr>
            <p:ph type="title"/>
          </p:nvPr>
        </p:nvSpPr>
        <p:spPr>
          <a:xfrm>
            <a:off x="91531" y="68559"/>
            <a:ext cx="6761100" cy="645816"/>
          </a:xfrm>
        </p:spPr>
        <p:txBody>
          <a:bodyPr/>
          <a:lstStyle/>
          <a:p>
            <a:r>
              <a:rPr lang="en-US" dirty="0"/>
              <a:t>3. QT Application</a:t>
            </a:r>
          </a:p>
        </p:txBody>
      </p:sp>
      <p:sp>
        <p:nvSpPr>
          <p:cNvPr id="2" name="Slide Number Placeholder 1">
            <a:extLst>
              <a:ext uri="{FF2B5EF4-FFF2-40B4-BE49-F238E27FC236}">
                <a16:creationId xmlns:a16="http://schemas.microsoft.com/office/drawing/2014/main" id="{22CF313C-95CC-5B6D-075C-A0614D200179}"/>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12</a:t>
            </a:fld>
            <a:endParaRPr lang="en"/>
          </a:p>
        </p:txBody>
      </p:sp>
      <p:sp>
        <p:nvSpPr>
          <p:cNvPr id="8" name="Title 2">
            <a:extLst>
              <a:ext uri="{FF2B5EF4-FFF2-40B4-BE49-F238E27FC236}">
                <a16:creationId xmlns:a16="http://schemas.microsoft.com/office/drawing/2014/main" id="{D3FB40C8-C777-C001-7C18-9E6E336803F8}"/>
              </a:ext>
            </a:extLst>
          </p:cNvPr>
          <p:cNvSpPr txBox="1">
            <a:spLocks/>
          </p:cNvSpPr>
          <p:nvPr/>
        </p:nvSpPr>
        <p:spPr>
          <a:xfrm>
            <a:off x="365881" y="629738"/>
            <a:ext cx="6761100" cy="393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1pPr>
            <a:lvl2pPr marR="0" lvl="1"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2pPr>
            <a:lvl3pPr marR="0" lvl="2"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3pPr>
            <a:lvl4pPr marR="0" lvl="3"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4pPr>
            <a:lvl5pPr marR="0" lvl="4"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5pPr>
            <a:lvl6pPr marR="0" lvl="5"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6pPr>
            <a:lvl7pPr marR="0" lvl="6"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7pPr>
            <a:lvl8pPr marR="0" lvl="7"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8pPr>
            <a:lvl9pPr marR="0" lvl="8"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9pPr>
          </a:lstStyle>
          <a:p>
            <a:r>
              <a:rPr lang="en-US" sz="2000" b="1" dirty="0">
                <a:solidFill>
                  <a:srgbClr val="7030A0"/>
                </a:solidFill>
              </a:rPr>
              <a:t>3.2. Application Architecture</a:t>
            </a:r>
          </a:p>
        </p:txBody>
      </p:sp>
      <p:pic>
        <p:nvPicPr>
          <p:cNvPr id="9" name="Picture 8">
            <a:extLst>
              <a:ext uri="{FF2B5EF4-FFF2-40B4-BE49-F238E27FC236}">
                <a16:creationId xmlns:a16="http://schemas.microsoft.com/office/drawing/2014/main" id="{CBE9E315-6A3B-6043-8C30-D9D309188016}"/>
              </a:ext>
            </a:extLst>
          </p:cNvPr>
          <p:cNvPicPr>
            <a:picLocks noChangeAspect="1"/>
          </p:cNvPicPr>
          <p:nvPr/>
        </p:nvPicPr>
        <p:blipFill>
          <a:blip r:embed="rId2"/>
          <a:stretch>
            <a:fillRect/>
          </a:stretch>
        </p:blipFill>
        <p:spPr>
          <a:xfrm>
            <a:off x="1750264" y="1023338"/>
            <a:ext cx="5376717" cy="3835034"/>
          </a:xfrm>
          <a:prstGeom prst="rect">
            <a:avLst/>
          </a:prstGeom>
        </p:spPr>
      </p:pic>
    </p:spTree>
    <p:extLst>
      <p:ext uri="{BB962C8B-B14F-4D97-AF65-F5344CB8AC3E}">
        <p14:creationId xmlns:p14="http://schemas.microsoft.com/office/powerpoint/2010/main" val="32791365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3D52387-76DB-888F-B49E-86C41B09F475}"/>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13</a:t>
            </a:fld>
            <a:endParaRPr lang="en"/>
          </a:p>
        </p:txBody>
      </p:sp>
      <p:pic>
        <p:nvPicPr>
          <p:cNvPr id="5" name="Picture 4">
            <a:extLst>
              <a:ext uri="{FF2B5EF4-FFF2-40B4-BE49-F238E27FC236}">
                <a16:creationId xmlns:a16="http://schemas.microsoft.com/office/drawing/2014/main" id="{44500C82-6C49-7403-BB58-C7812DF58C96}"/>
              </a:ext>
            </a:extLst>
          </p:cNvPr>
          <p:cNvPicPr>
            <a:picLocks noChangeAspect="1"/>
          </p:cNvPicPr>
          <p:nvPr/>
        </p:nvPicPr>
        <p:blipFill>
          <a:blip r:embed="rId2"/>
          <a:stretch>
            <a:fillRect/>
          </a:stretch>
        </p:blipFill>
        <p:spPr>
          <a:xfrm>
            <a:off x="6852631" y="1913036"/>
            <a:ext cx="2182417" cy="1625901"/>
          </a:xfrm>
          <a:prstGeom prst="rect">
            <a:avLst/>
          </a:prstGeom>
        </p:spPr>
      </p:pic>
      <p:sp>
        <p:nvSpPr>
          <p:cNvPr id="6" name="Title 2">
            <a:extLst>
              <a:ext uri="{FF2B5EF4-FFF2-40B4-BE49-F238E27FC236}">
                <a16:creationId xmlns:a16="http://schemas.microsoft.com/office/drawing/2014/main" id="{CE066B9F-82A0-A262-8830-2CE7F91A5CFE}"/>
              </a:ext>
            </a:extLst>
          </p:cNvPr>
          <p:cNvSpPr>
            <a:spLocks noGrp="1"/>
          </p:cNvSpPr>
          <p:nvPr>
            <p:ph type="title"/>
          </p:nvPr>
        </p:nvSpPr>
        <p:spPr>
          <a:xfrm>
            <a:off x="91531" y="68559"/>
            <a:ext cx="6761100" cy="645816"/>
          </a:xfrm>
        </p:spPr>
        <p:txBody>
          <a:bodyPr/>
          <a:lstStyle/>
          <a:p>
            <a:r>
              <a:rPr lang="en-US" dirty="0"/>
              <a:t>3. QT Application</a:t>
            </a:r>
          </a:p>
        </p:txBody>
      </p:sp>
      <p:sp>
        <p:nvSpPr>
          <p:cNvPr id="7" name="Title 2">
            <a:extLst>
              <a:ext uri="{FF2B5EF4-FFF2-40B4-BE49-F238E27FC236}">
                <a16:creationId xmlns:a16="http://schemas.microsoft.com/office/drawing/2014/main" id="{898DE3D0-7E54-17DB-98B5-CD79A7273732}"/>
              </a:ext>
            </a:extLst>
          </p:cNvPr>
          <p:cNvSpPr txBox="1">
            <a:spLocks/>
          </p:cNvSpPr>
          <p:nvPr/>
        </p:nvSpPr>
        <p:spPr>
          <a:xfrm>
            <a:off x="365881" y="629738"/>
            <a:ext cx="6761100" cy="393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1pPr>
            <a:lvl2pPr marR="0" lvl="1"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2pPr>
            <a:lvl3pPr marR="0" lvl="2"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3pPr>
            <a:lvl4pPr marR="0" lvl="3"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4pPr>
            <a:lvl5pPr marR="0" lvl="4"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5pPr>
            <a:lvl6pPr marR="0" lvl="5"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6pPr>
            <a:lvl7pPr marR="0" lvl="6"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7pPr>
            <a:lvl8pPr marR="0" lvl="7"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8pPr>
            <a:lvl9pPr marR="0" lvl="8"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9pPr>
          </a:lstStyle>
          <a:p>
            <a:r>
              <a:rPr lang="en-US" sz="2000" b="1" dirty="0">
                <a:solidFill>
                  <a:srgbClr val="7030A0"/>
                </a:solidFill>
              </a:rPr>
              <a:t>3.3. Application Detail Design – Main Window</a:t>
            </a:r>
          </a:p>
        </p:txBody>
      </p:sp>
      <p:pic>
        <p:nvPicPr>
          <p:cNvPr id="9" name="Picture 8">
            <a:extLst>
              <a:ext uri="{FF2B5EF4-FFF2-40B4-BE49-F238E27FC236}">
                <a16:creationId xmlns:a16="http://schemas.microsoft.com/office/drawing/2014/main" id="{A8AED912-FEB0-A6A9-B9A5-038F18A4177B}"/>
              </a:ext>
            </a:extLst>
          </p:cNvPr>
          <p:cNvPicPr>
            <a:picLocks noChangeAspect="1"/>
          </p:cNvPicPr>
          <p:nvPr/>
        </p:nvPicPr>
        <p:blipFill>
          <a:blip r:embed="rId3"/>
          <a:stretch>
            <a:fillRect/>
          </a:stretch>
        </p:blipFill>
        <p:spPr>
          <a:xfrm>
            <a:off x="300936" y="1275554"/>
            <a:ext cx="6455852" cy="3445987"/>
          </a:xfrm>
          <a:prstGeom prst="rect">
            <a:avLst/>
          </a:prstGeom>
        </p:spPr>
      </p:pic>
    </p:spTree>
    <p:extLst>
      <p:ext uri="{BB962C8B-B14F-4D97-AF65-F5344CB8AC3E}">
        <p14:creationId xmlns:p14="http://schemas.microsoft.com/office/powerpoint/2010/main" val="27103295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98CA7-A09B-C65D-69A9-1BF21EA2A33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706FA42-183D-C501-4818-E41E88D2C7F2}"/>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14</a:t>
            </a:fld>
            <a:endParaRPr lang="en"/>
          </a:p>
        </p:txBody>
      </p:sp>
      <p:sp>
        <p:nvSpPr>
          <p:cNvPr id="6" name="Title 2">
            <a:extLst>
              <a:ext uri="{FF2B5EF4-FFF2-40B4-BE49-F238E27FC236}">
                <a16:creationId xmlns:a16="http://schemas.microsoft.com/office/drawing/2014/main" id="{21AE334A-BFF2-17FD-58CE-8BA84FF9C14A}"/>
              </a:ext>
            </a:extLst>
          </p:cNvPr>
          <p:cNvSpPr>
            <a:spLocks noGrp="1"/>
          </p:cNvSpPr>
          <p:nvPr>
            <p:ph type="title"/>
          </p:nvPr>
        </p:nvSpPr>
        <p:spPr>
          <a:xfrm>
            <a:off x="91531" y="68559"/>
            <a:ext cx="6761100" cy="645816"/>
          </a:xfrm>
        </p:spPr>
        <p:txBody>
          <a:bodyPr/>
          <a:lstStyle/>
          <a:p>
            <a:r>
              <a:rPr lang="en-US" dirty="0"/>
              <a:t>3. QT Application</a:t>
            </a:r>
          </a:p>
        </p:txBody>
      </p:sp>
      <p:sp>
        <p:nvSpPr>
          <p:cNvPr id="7" name="Title 2">
            <a:extLst>
              <a:ext uri="{FF2B5EF4-FFF2-40B4-BE49-F238E27FC236}">
                <a16:creationId xmlns:a16="http://schemas.microsoft.com/office/drawing/2014/main" id="{8ECD3952-394C-9B03-E970-46ED7DAED63E}"/>
              </a:ext>
            </a:extLst>
          </p:cNvPr>
          <p:cNvSpPr txBox="1">
            <a:spLocks/>
          </p:cNvSpPr>
          <p:nvPr/>
        </p:nvSpPr>
        <p:spPr>
          <a:xfrm>
            <a:off x="365881" y="629738"/>
            <a:ext cx="6761100" cy="393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1pPr>
            <a:lvl2pPr marR="0" lvl="1"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2pPr>
            <a:lvl3pPr marR="0" lvl="2"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3pPr>
            <a:lvl4pPr marR="0" lvl="3"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4pPr>
            <a:lvl5pPr marR="0" lvl="4"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5pPr>
            <a:lvl6pPr marR="0" lvl="5"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6pPr>
            <a:lvl7pPr marR="0" lvl="6"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7pPr>
            <a:lvl8pPr marR="0" lvl="7"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8pPr>
            <a:lvl9pPr marR="0" lvl="8"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9pPr>
          </a:lstStyle>
          <a:p>
            <a:r>
              <a:rPr lang="en-US" sz="2000" b="1" dirty="0">
                <a:solidFill>
                  <a:srgbClr val="7030A0"/>
                </a:solidFill>
              </a:rPr>
              <a:t>3.4. Application Detail Design – CPU Window</a:t>
            </a:r>
          </a:p>
        </p:txBody>
      </p:sp>
      <p:pic>
        <p:nvPicPr>
          <p:cNvPr id="4" name="Picture 3">
            <a:extLst>
              <a:ext uri="{FF2B5EF4-FFF2-40B4-BE49-F238E27FC236}">
                <a16:creationId xmlns:a16="http://schemas.microsoft.com/office/drawing/2014/main" id="{4A8F9E51-9589-F703-A24D-7840BC53DB10}"/>
              </a:ext>
            </a:extLst>
          </p:cNvPr>
          <p:cNvPicPr>
            <a:picLocks noChangeAspect="1"/>
          </p:cNvPicPr>
          <p:nvPr/>
        </p:nvPicPr>
        <p:blipFill>
          <a:blip r:embed="rId2"/>
          <a:stretch>
            <a:fillRect/>
          </a:stretch>
        </p:blipFill>
        <p:spPr>
          <a:xfrm>
            <a:off x="6506255" y="1975406"/>
            <a:ext cx="2425807" cy="1814818"/>
          </a:xfrm>
          <a:prstGeom prst="rect">
            <a:avLst/>
          </a:prstGeom>
        </p:spPr>
      </p:pic>
      <p:pic>
        <p:nvPicPr>
          <p:cNvPr id="13" name="Picture 12">
            <a:extLst>
              <a:ext uri="{FF2B5EF4-FFF2-40B4-BE49-F238E27FC236}">
                <a16:creationId xmlns:a16="http://schemas.microsoft.com/office/drawing/2014/main" id="{9C216503-9B9A-6AFD-DE21-C87E06E3651E}"/>
              </a:ext>
            </a:extLst>
          </p:cNvPr>
          <p:cNvPicPr>
            <a:picLocks noChangeAspect="1"/>
          </p:cNvPicPr>
          <p:nvPr/>
        </p:nvPicPr>
        <p:blipFill>
          <a:blip r:embed="rId3"/>
          <a:stretch>
            <a:fillRect/>
          </a:stretch>
        </p:blipFill>
        <p:spPr>
          <a:xfrm>
            <a:off x="211938" y="1275554"/>
            <a:ext cx="6195842" cy="3210771"/>
          </a:xfrm>
          <a:prstGeom prst="rect">
            <a:avLst/>
          </a:prstGeom>
        </p:spPr>
      </p:pic>
    </p:spTree>
    <p:extLst>
      <p:ext uri="{BB962C8B-B14F-4D97-AF65-F5344CB8AC3E}">
        <p14:creationId xmlns:p14="http://schemas.microsoft.com/office/powerpoint/2010/main" val="14614063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5DD39-7FCC-FA81-9E6C-81F2F5C8097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D76800-BF70-1801-33D2-48AC94BC166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15</a:t>
            </a:fld>
            <a:endParaRPr lang="en"/>
          </a:p>
        </p:txBody>
      </p:sp>
      <p:sp>
        <p:nvSpPr>
          <p:cNvPr id="6" name="Title 2">
            <a:extLst>
              <a:ext uri="{FF2B5EF4-FFF2-40B4-BE49-F238E27FC236}">
                <a16:creationId xmlns:a16="http://schemas.microsoft.com/office/drawing/2014/main" id="{AD285EE5-60E8-B742-EA9E-E4C4D0412F87}"/>
              </a:ext>
            </a:extLst>
          </p:cNvPr>
          <p:cNvSpPr>
            <a:spLocks noGrp="1"/>
          </p:cNvSpPr>
          <p:nvPr>
            <p:ph type="title"/>
          </p:nvPr>
        </p:nvSpPr>
        <p:spPr>
          <a:xfrm>
            <a:off x="91531" y="68559"/>
            <a:ext cx="6761100" cy="645816"/>
          </a:xfrm>
        </p:spPr>
        <p:txBody>
          <a:bodyPr/>
          <a:lstStyle/>
          <a:p>
            <a:r>
              <a:rPr lang="en-US" dirty="0"/>
              <a:t>3. QT Application</a:t>
            </a:r>
          </a:p>
        </p:txBody>
      </p:sp>
      <p:sp>
        <p:nvSpPr>
          <p:cNvPr id="7" name="Title 2">
            <a:extLst>
              <a:ext uri="{FF2B5EF4-FFF2-40B4-BE49-F238E27FC236}">
                <a16:creationId xmlns:a16="http://schemas.microsoft.com/office/drawing/2014/main" id="{275170A2-2B4E-4B70-5AD4-8F3A1DB9E549}"/>
              </a:ext>
            </a:extLst>
          </p:cNvPr>
          <p:cNvSpPr txBox="1">
            <a:spLocks/>
          </p:cNvSpPr>
          <p:nvPr/>
        </p:nvSpPr>
        <p:spPr>
          <a:xfrm>
            <a:off x="365881" y="629738"/>
            <a:ext cx="6761100" cy="393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1pPr>
            <a:lvl2pPr marR="0" lvl="1"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2pPr>
            <a:lvl3pPr marR="0" lvl="2"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3pPr>
            <a:lvl4pPr marR="0" lvl="3"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4pPr>
            <a:lvl5pPr marR="0" lvl="4"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5pPr>
            <a:lvl6pPr marR="0" lvl="5"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6pPr>
            <a:lvl7pPr marR="0" lvl="6"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7pPr>
            <a:lvl8pPr marR="0" lvl="7"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8pPr>
            <a:lvl9pPr marR="0" lvl="8"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9pPr>
          </a:lstStyle>
          <a:p>
            <a:r>
              <a:rPr lang="en-US" sz="2000" b="1" dirty="0">
                <a:solidFill>
                  <a:srgbClr val="7030A0"/>
                </a:solidFill>
              </a:rPr>
              <a:t>3.5. Application Detail Design – Memory Window</a:t>
            </a:r>
          </a:p>
        </p:txBody>
      </p:sp>
      <p:pic>
        <p:nvPicPr>
          <p:cNvPr id="4" name="Picture 3">
            <a:extLst>
              <a:ext uri="{FF2B5EF4-FFF2-40B4-BE49-F238E27FC236}">
                <a16:creationId xmlns:a16="http://schemas.microsoft.com/office/drawing/2014/main" id="{3B2C193C-64EF-A18B-43AB-5950FAB514D1}"/>
              </a:ext>
            </a:extLst>
          </p:cNvPr>
          <p:cNvPicPr>
            <a:picLocks noChangeAspect="1"/>
          </p:cNvPicPr>
          <p:nvPr/>
        </p:nvPicPr>
        <p:blipFill>
          <a:blip r:embed="rId2"/>
          <a:stretch>
            <a:fillRect/>
          </a:stretch>
        </p:blipFill>
        <p:spPr>
          <a:xfrm>
            <a:off x="6455559" y="1699325"/>
            <a:ext cx="2511074" cy="1867533"/>
          </a:xfrm>
          <a:prstGeom prst="rect">
            <a:avLst/>
          </a:prstGeom>
        </p:spPr>
      </p:pic>
      <p:pic>
        <p:nvPicPr>
          <p:cNvPr id="9" name="Picture 8">
            <a:extLst>
              <a:ext uri="{FF2B5EF4-FFF2-40B4-BE49-F238E27FC236}">
                <a16:creationId xmlns:a16="http://schemas.microsoft.com/office/drawing/2014/main" id="{C6331C9A-5B81-655D-3A8A-DA79DE8376E9}"/>
              </a:ext>
            </a:extLst>
          </p:cNvPr>
          <p:cNvPicPr>
            <a:picLocks noChangeAspect="1"/>
          </p:cNvPicPr>
          <p:nvPr/>
        </p:nvPicPr>
        <p:blipFill>
          <a:blip r:embed="rId3"/>
          <a:stretch>
            <a:fillRect/>
          </a:stretch>
        </p:blipFill>
        <p:spPr>
          <a:xfrm>
            <a:off x="105491" y="1458906"/>
            <a:ext cx="6261197" cy="2952332"/>
          </a:xfrm>
          <a:prstGeom prst="rect">
            <a:avLst/>
          </a:prstGeom>
        </p:spPr>
      </p:pic>
    </p:spTree>
    <p:extLst>
      <p:ext uri="{BB962C8B-B14F-4D97-AF65-F5344CB8AC3E}">
        <p14:creationId xmlns:p14="http://schemas.microsoft.com/office/powerpoint/2010/main" val="18181571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C07A7-F101-F5D9-3F0A-290E49BA3AD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E0379CD-0304-D4F1-7397-F2C5D2F4B2BA}"/>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16</a:t>
            </a:fld>
            <a:endParaRPr lang="en"/>
          </a:p>
        </p:txBody>
      </p:sp>
      <p:sp>
        <p:nvSpPr>
          <p:cNvPr id="6" name="Title 2">
            <a:extLst>
              <a:ext uri="{FF2B5EF4-FFF2-40B4-BE49-F238E27FC236}">
                <a16:creationId xmlns:a16="http://schemas.microsoft.com/office/drawing/2014/main" id="{DA6619D7-51D1-F2B8-6C93-1772A7620AF8}"/>
              </a:ext>
            </a:extLst>
          </p:cNvPr>
          <p:cNvSpPr>
            <a:spLocks noGrp="1"/>
          </p:cNvSpPr>
          <p:nvPr>
            <p:ph type="title"/>
          </p:nvPr>
        </p:nvSpPr>
        <p:spPr>
          <a:xfrm>
            <a:off x="91531" y="68559"/>
            <a:ext cx="6761100" cy="645816"/>
          </a:xfrm>
        </p:spPr>
        <p:txBody>
          <a:bodyPr/>
          <a:lstStyle/>
          <a:p>
            <a:r>
              <a:rPr lang="en-US" dirty="0"/>
              <a:t>3. QT Application</a:t>
            </a:r>
          </a:p>
        </p:txBody>
      </p:sp>
      <p:sp>
        <p:nvSpPr>
          <p:cNvPr id="7" name="Title 2">
            <a:extLst>
              <a:ext uri="{FF2B5EF4-FFF2-40B4-BE49-F238E27FC236}">
                <a16:creationId xmlns:a16="http://schemas.microsoft.com/office/drawing/2014/main" id="{9E08E7EC-2130-B40C-CC7D-9452E506A46E}"/>
              </a:ext>
            </a:extLst>
          </p:cNvPr>
          <p:cNvSpPr txBox="1">
            <a:spLocks/>
          </p:cNvSpPr>
          <p:nvPr/>
        </p:nvSpPr>
        <p:spPr>
          <a:xfrm>
            <a:off x="365881" y="629738"/>
            <a:ext cx="6761100" cy="393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1pPr>
            <a:lvl2pPr marR="0" lvl="1"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2pPr>
            <a:lvl3pPr marR="0" lvl="2"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3pPr>
            <a:lvl4pPr marR="0" lvl="3"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4pPr>
            <a:lvl5pPr marR="0" lvl="4"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5pPr>
            <a:lvl6pPr marR="0" lvl="5"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6pPr>
            <a:lvl7pPr marR="0" lvl="6"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7pPr>
            <a:lvl8pPr marR="0" lvl="7"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8pPr>
            <a:lvl9pPr marR="0" lvl="8" algn="l" rtl="0">
              <a:lnSpc>
                <a:spcPct val="100000"/>
              </a:lnSpc>
              <a:spcBef>
                <a:spcPts val="0"/>
              </a:spcBef>
              <a:spcAft>
                <a:spcPts val="0"/>
              </a:spcAft>
              <a:buClr>
                <a:schemeClr val="dk2"/>
              </a:buClr>
              <a:buSzPts val="3600"/>
              <a:buFont typeface="Dosis ExtraLight"/>
              <a:buNone/>
              <a:defRPr sz="3600" b="0" i="0" u="none" strike="noStrike" cap="none">
                <a:solidFill>
                  <a:schemeClr val="dk2"/>
                </a:solidFill>
                <a:latin typeface="Dosis ExtraLight"/>
                <a:ea typeface="Dosis ExtraLight"/>
                <a:cs typeface="Dosis ExtraLight"/>
                <a:sym typeface="Dosis ExtraLight"/>
              </a:defRPr>
            </a:lvl9pPr>
          </a:lstStyle>
          <a:p>
            <a:r>
              <a:rPr lang="en-US" sz="2000" b="1" dirty="0">
                <a:solidFill>
                  <a:srgbClr val="7030A0"/>
                </a:solidFill>
              </a:rPr>
              <a:t>3.6. Application Detail Design – Time Window</a:t>
            </a:r>
          </a:p>
        </p:txBody>
      </p:sp>
      <p:pic>
        <p:nvPicPr>
          <p:cNvPr id="4" name="Picture 3">
            <a:extLst>
              <a:ext uri="{FF2B5EF4-FFF2-40B4-BE49-F238E27FC236}">
                <a16:creationId xmlns:a16="http://schemas.microsoft.com/office/drawing/2014/main" id="{87D7EF18-F239-32A8-C494-F0A93A0AAB65}"/>
              </a:ext>
            </a:extLst>
          </p:cNvPr>
          <p:cNvPicPr>
            <a:picLocks noChangeAspect="1"/>
          </p:cNvPicPr>
          <p:nvPr/>
        </p:nvPicPr>
        <p:blipFill>
          <a:blip r:embed="rId2"/>
          <a:stretch>
            <a:fillRect/>
          </a:stretch>
        </p:blipFill>
        <p:spPr>
          <a:xfrm>
            <a:off x="6143978" y="1584517"/>
            <a:ext cx="2792848" cy="2077268"/>
          </a:xfrm>
          <a:prstGeom prst="rect">
            <a:avLst/>
          </a:prstGeom>
        </p:spPr>
      </p:pic>
      <p:pic>
        <p:nvPicPr>
          <p:cNvPr id="9" name="Picture 8">
            <a:extLst>
              <a:ext uri="{FF2B5EF4-FFF2-40B4-BE49-F238E27FC236}">
                <a16:creationId xmlns:a16="http://schemas.microsoft.com/office/drawing/2014/main" id="{EC104422-DD3B-0A3F-E6EE-DF2947A94D79}"/>
              </a:ext>
            </a:extLst>
          </p:cNvPr>
          <p:cNvPicPr>
            <a:picLocks noChangeAspect="1"/>
          </p:cNvPicPr>
          <p:nvPr/>
        </p:nvPicPr>
        <p:blipFill>
          <a:blip r:embed="rId3"/>
          <a:stretch>
            <a:fillRect/>
          </a:stretch>
        </p:blipFill>
        <p:spPr>
          <a:xfrm>
            <a:off x="131718" y="1350508"/>
            <a:ext cx="5849132" cy="2635389"/>
          </a:xfrm>
          <a:prstGeom prst="rect">
            <a:avLst/>
          </a:prstGeom>
        </p:spPr>
      </p:pic>
    </p:spTree>
    <p:extLst>
      <p:ext uri="{BB962C8B-B14F-4D97-AF65-F5344CB8AC3E}">
        <p14:creationId xmlns:p14="http://schemas.microsoft.com/office/powerpoint/2010/main" val="38934715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921"/>
        <p:cNvGrpSpPr/>
        <p:nvPr/>
      </p:nvGrpSpPr>
      <p:grpSpPr>
        <a:xfrm>
          <a:off x="0" y="0"/>
          <a:ext cx="0" cy="0"/>
          <a:chOff x="0" y="0"/>
          <a:chExt cx="0" cy="0"/>
        </a:xfrm>
      </p:grpSpPr>
      <p:sp>
        <p:nvSpPr>
          <p:cNvPr id="3922" name="Google Shape;3922;p23"/>
          <p:cNvSpPr txBox="1">
            <a:spLocks noGrp="1"/>
          </p:cNvSpPr>
          <p:nvPr>
            <p:ph type="title" idx="4294967295"/>
          </p:nvPr>
        </p:nvSpPr>
        <p:spPr>
          <a:xfrm>
            <a:off x="2194950" y="367325"/>
            <a:ext cx="4754100" cy="1380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400" dirty="0">
                <a:solidFill>
                  <a:srgbClr val="FFFFFF"/>
                </a:solidFill>
                <a:highlight>
                  <a:srgbClr val="0B87A1"/>
                </a:highlight>
                <a:latin typeface="Titillium Web Light"/>
                <a:ea typeface="Titillium Web Light"/>
                <a:cs typeface="Titillium Web Light"/>
                <a:sym typeface="Titillium Web Light"/>
              </a:rPr>
              <a:t>4. LESSON LEARN</a:t>
            </a:r>
            <a:endParaRPr sz="2400" dirty="0">
              <a:solidFill>
                <a:srgbClr val="FFFFFF"/>
              </a:solidFill>
              <a:highlight>
                <a:srgbClr val="0B87A1"/>
              </a:highlight>
              <a:latin typeface="Titillium Web Light"/>
              <a:ea typeface="Titillium Web Light"/>
              <a:cs typeface="Titillium Web Light"/>
              <a:sym typeface="Titillium Web Light"/>
            </a:endParaRPr>
          </a:p>
        </p:txBody>
      </p:sp>
      <p:sp>
        <p:nvSpPr>
          <p:cNvPr id="3923" name="Google Shape;3923;p23"/>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0CA65A-2586-8B05-AB16-459ED6D3F87F}"/>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18</a:t>
            </a:fld>
            <a:endParaRPr lang="en"/>
          </a:p>
        </p:txBody>
      </p:sp>
      <p:sp>
        <p:nvSpPr>
          <p:cNvPr id="5" name="Title 2">
            <a:extLst>
              <a:ext uri="{FF2B5EF4-FFF2-40B4-BE49-F238E27FC236}">
                <a16:creationId xmlns:a16="http://schemas.microsoft.com/office/drawing/2014/main" id="{CC070CCC-DE47-5ED5-44CF-B01D018BA206}"/>
              </a:ext>
            </a:extLst>
          </p:cNvPr>
          <p:cNvSpPr>
            <a:spLocks noGrp="1"/>
          </p:cNvSpPr>
          <p:nvPr>
            <p:ph type="title"/>
          </p:nvPr>
        </p:nvSpPr>
        <p:spPr>
          <a:xfrm>
            <a:off x="91531" y="68559"/>
            <a:ext cx="6761100" cy="645816"/>
          </a:xfrm>
        </p:spPr>
        <p:txBody>
          <a:bodyPr/>
          <a:lstStyle/>
          <a:p>
            <a:r>
              <a:rPr lang="en-US" dirty="0"/>
              <a:t>4. Lesson learn</a:t>
            </a:r>
          </a:p>
        </p:txBody>
      </p:sp>
      <p:graphicFrame>
        <p:nvGraphicFramePr>
          <p:cNvPr id="7" name="Table 6">
            <a:extLst>
              <a:ext uri="{FF2B5EF4-FFF2-40B4-BE49-F238E27FC236}">
                <a16:creationId xmlns:a16="http://schemas.microsoft.com/office/drawing/2014/main" id="{288EF9D4-6847-24A3-F87B-124C32ACE2C7}"/>
              </a:ext>
            </a:extLst>
          </p:cNvPr>
          <p:cNvGraphicFramePr>
            <a:graphicFrameLocks noGrp="1"/>
          </p:cNvGraphicFramePr>
          <p:nvPr>
            <p:extLst>
              <p:ext uri="{D42A27DB-BD31-4B8C-83A1-F6EECF244321}">
                <p14:modId xmlns:p14="http://schemas.microsoft.com/office/powerpoint/2010/main" val="3088181930"/>
              </p:ext>
            </p:extLst>
          </p:nvPr>
        </p:nvGraphicFramePr>
        <p:xfrm>
          <a:off x="62830" y="626868"/>
          <a:ext cx="8989639" cy="4180840"/>
        </p:xfrm>
        <a:graphic>
          <a:graphicData uri="http://schemas.openxmlformats.org/drawingml/2006/table">
            <a:tbl>
              <a:tblPr firstRow="1" bandRow="1">
                <a:tableStyleId>{1FECB4D8-DB02-4DC6-A0A2-4F2EBAE1DC90}</a:tableStyleId>
              </a:tblPr>
              <a:tblGrid>
                <a:gridCol w="900430">
                  <a:extLst>
                    <a:ext uri="{9D8B030D-6E8A-4147-A177-3AD203B41FA5}">
                      <a16:colId xmlns:a16="http://schemas.microsoft.com/office/drawing/2014/main" val="655346885"/>
                    </a:ext>
                  </a:extLst>
                </a:gridCol>
                <a:gridCol w="1165686">
                  <a:extLst>
                    <a:ext uri="{9D8B030D-6E8A-4147-A177-3AD203B41FA5}">
                      <a16:colId xmlns:a16="http://schemas.microsoft.com/office/drawing/2014/main" val="3721346863"/>
                    </a:ext>
                  </a:extLst>
                </a:gridCol>
                <a:gridCol w="2768605">
                  <a:extLst>
                    <a:ext uri="{9D8B030D-6E8A-4147-A177-3AD203B41FA5}">
                      <a16:colId xmlns:a16="http://schemas.microsoft.com/office/drawing/2014/main" val="68478298"/>
                    </a:ext>
                  </a:extLst>
                </a:gridCol>
                <a:gridCol w="2054680">
                  <a:extLst>
                    <a:ext uri="{9D8B030D-6E8A-4147-A177-3AD203B41FA5}">
                      <a16:colId xmlns:a16="http://schemas.microsoft.com/office/drawing/2014/main" val="3796828423"/>
                    </a:ext>
                  </a:extLst>
                </a:gridCol>
                <a:gridCol w="2100238">
                  <a:extLst>
                    <a:ext uri="{9D8B030D-6E8A-4147-A177-3AD203B41FA5}">
                      <a16:colId xmlns:a16="http://schemas.microsoft.com/office/drawing/2014/main" val="1698764055"/>
                    </a:ext>
                  </a:extLst>
                </a:gridCol>
              </a:tblGrid>
              <a:tr h="370840">
                <a:tc>
                  <a:txBody>
                    <a:bodyPr/>
                    <a:lstStyle/>
                    <a:p>
                      <a:r>
                        <a:rPr lang="en-US" sz="1000" dirty="0"/>
                        <a:t>Part</a:t>
                      </a:r>
                    </a:p>
                  </a:txBody>
                  <a:tcPr/>
                </a:tc>
                <a:tc>
                  <a:txBody>
                    <a:bodyPr/>
                    <a:lstStyle/>
                    <a:p>
                      <a:r>
                        <a:rPr lang="en-US" sz="1000" dirty="0"/>
                        <a:t>Issue</a:t>
                      </a:r>
                    </a:p>
                  </a:txBody>
                  <a:tcPr/>
                </a:tc>
                <a:tc>
                  <a:txBody>
                    <a:bodyPr/>
                    <a:lstStyle/>
                    <a:p>
                      <a:r>
                        <a:rPr lang="en-US" sz="1000" dirty="0"/>
                        <a:t>Description</a:t>
                      </a:r>
                    </a:p>
                  </a:txBody>
                  <a:tcPr/>
                </a:tc>
                <a:tc>
                  <a:txBody>
                    <a:bodyPr/>
                    <a:lstStyle/>
                    <a:p>
                      <a:r>
                        <a:rPr lang="en-US" sz="1000" dirty="0"/>
                        <a:t>Solution</a:t>
                      </a:r>
                    </a:p>
                  </a:txBody>
                  <a:tcPr/>
                </a:tc>
                <a:tc>
                  <a:txBody>
                    <a:bodyPr/>
                    <a:lstStyle/>
                    <a:p>
                      <a:r>
                        <a:rPr lang="en-US" sz="1000" dirty="0"/>
                        <a:t>Disadvantage / Residual risk</a:t>
                      </a:r>
                    </a:p>
                  </a:txBody>
                  <a:tcPr/>
                </a:tc>
                <a:extLst>
                  <a:ext uri="{0D108BD9-81ED-4DB2-BD59-A6C34878D82A}">
                    <a16:rowId xmlns:a16="http://schemas.microsoft.com/office/drawing/2014/main" val="3547197690"/>
                  </a:ext>
                </a:extLst>
              </a:tr>
              <a:tr h="370840">
                <a:tc>
                  <a:txBody>
                    <a:bodyPr/>
                    <a:lstStyle/>
                    <a:p>
                      <a:r>
                        <a:rPr lang="en-US" sz="1000" dirty="0"/>
                        <a:t>Device Tree</a:t>
                      </a:r>
                    </a:p>
                  </a:txBody>
                  <a:tcPr/>
                </a:tc>
                <a:tc>
                  <a:txBody>
                    <a:bodyPr/>
                    <a:lstStyle/>
                    <a:p>
                      <a:r>
                        <a:rPr lang="en-US" sz="1000" dirty="0"/>
                        <a:t>Conflict to load module</a:t>
                      </a:r>
                    </a:p>
                  </a:txBody>
                  <a:tcPr/>
                </a:tc>
                <a:tc>
                  <a:txBody>
                    <a:bodyPr/>
                    <a:lstStyle/>
                    <a:p>
                      <a:r>
                        <a:rPr lang="en-US" sz="1000" dirty="0"/>
                        <a:t>When the compatible is “ili9341”, an autoload module which integrated in the image was load as a frame buffer device. Tried to use but can’t work.</a:t>
                      </a:r>
                    </a:p>
                  </a:txBody>
                  <a:tcPr/>
                </a:tc>
                <a:tc>
                  <a:txBody>
                    <a:bodyPr/>
                    <a:lstStyle/>
                    <a:p>
                      <a:r>
                        <a:rPr lang="en-US" sz="1000" dirty="0"/>
                        <a:t>Using another compatible name like “customer,ili9341” to prevent the autoload module.</a:t>
                      </a:r>
                    </a:p>
                  </a:txBody>
                  <a:tcPr/>
                </a:tc>
                <a:tc>
                  <a:txBody>
                    <a:bodyPr/>
                    <a:lstStyle/>
                    <a:p>
                      <a:pPr marL="0" indent="0">
                        <a:buFontTx/>
                        <a:buNone/>
                      </a:pPr>
                      <a:r>
                        <a:rPr lang="en-US" sz="1000" dirty="0"/>
                        <a:t>-</a:t>
                      </a:r>
                    </a:p>
                  </a:txBody>
                  <a:tcPr/>
                </a:tc>
                <a:extLst>
                  <a:ext uri="{0D108BD9-81ED-4DB2-BD59-A6C34878D82A}">
                    <a16:rowId xmlns:a16="http://schemas.microsoft.com/office/drawing/2014/main" val="2654261750"/>
                  </a:ext>
                </a:extLst>
              </a:tr>
              <a:tr h="370840">
                <a:tc>
                  <a:txBody>
                    <a:bodyPr/>
                    <a:lstStyle/>
                    <a:p>
                      <a:r>
                        <a:rPr lang="en-US" sz="1000" dirty="0"/>
                        <a:t>Driver</a:t>
                      </a:r>
                    </a:p>
                  </a:txBody>
                  <a:tcPr/>
                </a:tc>
                <a:tc>
                  <a:txBody>
                    <a:bodyPr/>
                    <a:lstStyle/>
                    <a:p>
                      <a:r>
                        <a:rPr lang="en-US" sz="1000" dirty="0"/>
                        <a:t>Incorrect color</a:t>
                      </a:r>
                    </a:p>
                  </a:txBody>
                  <a:tcPr/>
                </a:tc>
                <a:tc>
                  <a:txBody>
                    <a:bodyPr/>
                    <a:lstStyle/>
                    <a:p>
                      <a:r>
                        <a:rPr lang="en-US" sz="1000" dirty="0"/>
                        <a:t>Due to the endian type of Linux kernel on Raspberry Pi (Little Endian), the high byte and low byte in a pixel data (16-bit) is swapped. </a:t>
                      </a:r>
                    </a:p>
                  </a:txBody>
                  <a:tcPr/>
                </a:tc>
                <a:tc>
                  <a:txBody>
                    <a:bodyPr/>
                    <a:lstStyle/>
                    <a:p>
                      <a:r>
                        <a:rPr lang="en-US" sz="1000" dirty="0"/>
                        <a:t>swap the buffer every 2 bytes before sending to LCD via SPI</a:t>
                      </a:r>
                    </a:p>
                  </a:txBody>
                  <a:tcPr/>
                </a:tc>
                <a:tc>
                  <a:txBody>
                    <a:bodyPr/>
                    <a:lstStyle/>
                    <a:p>
                      <a:pPr marL="0" indent="0">
                        <a:buFontTx/>
                        <a:buNone/>
                      </a:pPr>
                      <a:r>
                        <a:rPr lang="en-US" sz="1000" dirty="0"/>
                        <a:t>Can’t swap on virtual buffer due to application will update into it. Creating new buffer with the same size shall increase the memory consumption</a:t>
                      </a:r>
                    </a:p>
                  </a:txBody>
                  <a:tcPr/>
                </a:tc>
                <a:extLst>
                  <a:ext uri="{0D108BD9-81ED-4DB2-BD59-A6C34878D82A}">
                    <a16:rowId xmlns:a16="http://schemas.microsoft.com/office/drawing/2014/main" val="892138334"/>
                  </a:ext>
                </a:extLst>
              </a:tr>
              <a:tr h="370840">
                <a:tc>
                  <a:txBody>
                    <a:bodyPr/>
                    <a:lstStyle/>
                    <a:p>
                      <a:r>
                        <a:rPr lang="en-US" sz="1000" dirty="0"/>
                        <a:t>Driver</a:t>
                      </a:r>
                    </a:p>
                  </a:txBody>
                  <a:tcPr/>
                </a:tc>
                <a:tc>
                  <a:txBody>
                    <a:bodyPr/>
                    <a:lstStyle/>
                    <a:p>
                      <a:r>
                        <a:rPr lang="en-US" sz="1000" dirty="0"/>
                        <a:t>Low FPS of LCD</a:t>
                      </a:r>
                    </a:p>
                  </a:txBody>
                  <a:tcPr/>
                </a:tc>
                <a:tc>
                  <a:txBody>
                    <a:bodyPr/>
                    <a:lstStyle/>
                    <a:p>
                      <a:r>
                        <a:rPr lang="en-US" sz="1000" dirty="0"/>
                        <a:t>From the specification of ILI9341, the supported SPI speed is 10MHz only. With this speed, LCD works with high latency (low FPS).</a:t>
                      </a:r>
                    </a:p>
                  </a:txBody>
                  <a:tcPr/>
                </a:tc>
                <a:tc>
                  <a:txBody>
                    <a:bodyPr/>
                    <a:lstStyle/>
                    <a:p>
                      <a:r>
                        <a:rPr lang="en-US" sz="1000" dirty="0"/>
                        <a:t>Even the LCD specification describes that low SPI speed is expected. I tried to use the SPI speed up to 36MHz and it works.</a:t>
                      </a:r>
                    </a:p>
                  </a:txBody>
                  <a:tcPr/>
                </a:tc>
                <a:tc>
                  <a:txBody>
                    <a:bodyPr/>
                    <a:lstStyle/>
                    <a:p>
                      <a:r>
                        <a:rPr lang="en-US" sz="1000" dirty="0"/>
                        <a:t>Unstable data can be happened </a:t>
                      </a:r>
                      <a:r>
                        <a:rPr lang="en-US" sz="1000" dirty="0">
                          <a:sym typeface="Wingdings" panose="05000000000000000000" pitchFamily="2" charset="2"/>
                        </a:rPr>
                        <a:t> Haven’t observed so far.</a:t>
                      </a:r>
                      <a:endParaRPr lang="en-US" sz="1000" dirty="0"/>
                    </a:p>
                  </a:txBody>
                  <a:tcPr/>
                </a:tc>
                <a:extLst>
                  <a:ext uri="{0D108BD9-81ED-4DB2-BD59-A6C34878D82A}">
                    <a16:rowId xmlns:a16="http://schemas.microsoft.com/office/drawing/2014/main" val="2554274339"/>
                  </a:ext>
                </a:extLst>
              </a:tr>
              <a:tr h="370840">
                <a:tc>
                  <a:txBody>
                    <a:bodyPr/>
                    <a:lstStyle/>
                    <a:p>
                      <a:r>
                        <a:rPr lang="en-US" sz="1000" dirty="0"/>
                        <a:t>Application</a:t>
                      </a:r>
                    </a:p>
                  </a:txBody>
                  <a:tcPr/>
                </a:tc>
                <a:tc>
                  <a:txBody>
                    <a:bodyPr/>
                    <a:lstStyle/>
                    <a:p>
                      <a:r>
                        <a:rPr lang="en-US" sz="1000" dirty="0"/>
                        <a:t>QT Framework install</a:t>
                      </a:r>
                    </a:p>
                  </a:txBody>
                  <a:tcPr/>
                </a:tc>
                <a:tc>
                  <a:txBody>
                    <a:bodyPr/>
                    <a:lstStyle/>
                    <a:p>
                      <a:r>
                        <a:rPr lang="en-US" sz="1000" dirty="0"/>
                        <a:t>As recommendation from QT, Cross-compile should be used to speed up the build time as well as resource optimization.</a:t>
                      </a:r>
                    </a:p>
                    <a:p>
                      <a:r>
                        <a:rPr lang="en-US" sz="1000" dirty="0"/>
                        <a:t>But install the cross-compile between Windows and Raspberry Pi is too difficult and take much time.</a:t>
                      </a:r>
                    </a:p>
                  </a:txBody>
                  <a:tcPr/>
                </a:tc>
                <a:tc>
                  <a:txBody>
                    <a:bodyPr/>
                    <a:lstStyle/>
                    <a:p>
                      <a:r>
                        <a:rPr lang="en-US" sz="1000" dirty="0"/>
                        <a:t>Create the QT project on Windows, testing by using the fake data (random).</a:t>
                      </a:r>
                    </a:p>
                    <a:p>
                      <a:r>
                        <a:rPr lang="en-US" sz="1000" dirty="0"/>
                        <a:t>Upload the source code to Raspberry Pi device via FTP.</a:t>
                      </a:r>
                    </a:p>
                    <a:p>
                      <a:r>
                        <a:rPr lang="en-US" sz="1000" dirty="0"/>
                        <a:t>Compile the source code on Raspberry Pi directly.</a:t>
                      </a:r>
                    </a:p>
                  </a:txBody>
                  <a:tcPr/>
                </a:tc>
                <a:tc>
                  <a:txBody>
                    <a:bodyPr/>
                    <a:lstStyle/>
                    <a:p>
                      <a:r>
                        <a:rPr lang="en-US" sz="1000" dirty="0"/>
                        <a:t>Slow speed of compilation on RPi (around 5 minutes).</a:t>
                      </a:r>
                    </a:p>
                  </a:txBody>
                  <a:tcPr/>
                </a:tc>
                <a:extLst>
                  <a:ext uri="{0D108BD9-81ED-4DB2-BD59-A6C34878D82A}">
                    <a16:rowId xmlns:a16="http://schemas.microsoft.com/office/drawing/2014/main" val="4256330899"/>
                  </a:ext>
                </a:extLst>
              </a:tr>
              <a:tr h="370840">
                <a:tc>
                  <a:txBody>
                    <a:bodyPr/>
                    <a:lstStyle/>
                    <a:p>
                      <a:r>
                        <a:rPr lang="en-US" sz="1000" dirty="0"/>
                        <a:t>Application</a:t>
                      </a:r>
                    </a:p>
                  </a:txBody>
                  <a:tcPr/>
                </a:tc>
                <a:tc>
                  <a:txBody>
                    <a:bodyPr/>
                    <a:lstStyle/>
                    <a:p>
                      <a:r>
                        <a:rPr lang="en-US" sz="1000" dirty="0"/>
                        <a:t>Missed text font on RPi device</a:t>
                      </a:r>
                    </a:p>
                  </a:txBody>
                  <a:tcPr/>
                </a:tc>
                <a:tc>
                  <a:txBody>
                    <a:bodyPr/>
                    <a:lstStyle/>
                    <a:p>
                      <a:r>
                        <a:rPr lang="en-US" sz="1000" dirty="0"/>
                        <a:t>When design the UI on Windows, we can’t know that which font is available on RPi.</a:t>
                      </a:r>
                    </a:p>
                  </a:txBody>
                  <a:tcPr/>
                </a:tc>
                <a:tc>
                  <a:txBody>
                    <a:bodyPr/>
                    <a:lstStyle/>
                    <a:p>
                      <a:r>
                        <a:rPr lang="en-US" sz="1000" dirty="0"/>
                        <a:t>Install the corresponding font on the RPi.</a:t>
                      </a:r>
                    </a:p>
                  </a:txBody>
                  <a:tcPr/>
                </a:tc>
                <a:tc>
                  <a:txBody>
                    <a:bodyPr/>
                    <a:lstStyle/>
                    <a:p>
                      <a:r>
                        <a:rPr lang="en-US" sz="1000" dirty="0"/>
                        <a:t>-</a:t>
                      </a:r>
                    </a:p>
                  </a:txBody>
                  <a:tcPr/>
                </a:tc>
                <a:extLst>
                  <a:ext uri="{0D108BD9-81ED-4DB2-BD59-A6C34878D82A}">
                    <a16:rowId xmlns:a16="http://schemas.microsoft.com/office/drawing/2014/main" val="468131145"/>
                  </a:ext>
                </a:extLst>
              </a:tr>
            </a:tbl>
          </a:graphicData>
        </a:graphic>
      </p:graphicFrame>
    </p:spTree>
    <p:extLst>
      <p:ext uri="{BB962C8B-B14F-4D97-AF65-F5344CB8AC3E}">
        <p14:creationId xmlns:p14="http://schemas.microsoft.com/office/powerpoint/2010/main" val="431599855"/>
      </p:ext>
    </p:extLst>
  </p:cSld>
  <p:clrMapOvr>
    <a:masterClrMapping/>
  </p:clrMapOvr>
</p:sld>
</file>

<file path=ppt/theme/theme1.xml><?xml version="1.0" encoding="utf-8"?>
<a:theme xmlns:a="http://schemas.openxmlformats.org/drawingml/2006/main" name="Mowbray template">
  <a:themeElements>
    <a:clrScheme name="Custom 347">
      <a:dk1>
        <a:srgbClr val="003B55"/>
      </a:dk1>
      <a:lt1>
        <a:srgbClr val="FFFFFF"/>
      </a:lt1>
      <a:dk2>
        <a:srgbClr val="0B87A1"/>
      </a:dk2>
      <a:lt2>
        <a:srgbClr val="EEF1EE"/>
      </a:lt2>
      <a:accent1>
        <a:srgbClr val="D3EBD5"/>
      </a:accent1>
      <a:accent2>
        <a:srgbClr val="80BFB7"/>
      </a:accent2>
      <a:accent3>
        <a:srgbClr val="0B87A1"/>
      </a:accent3>
      <a:accent4>
        <a:srgbClr val="01597F"/>
      </a:accent4>
      <a:accent5>
        <a:srgbClr val="003B55"/>
      </a:accent5>
      <a:accent6>
        <a:srgbClr val="001120"/>
      </a:accent6>
      <a:hlink>
        <a:srgbClr val="01597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1517</TotalTime>
  <Words>1061</Words>
  <Application>Microsoft Office PowerPoint</Application>
  <PresentationFormat>On-screen Show (16:9)</PresentationFormat>
  <Paragraphs>122</Paragraphs>
  <Slides>18</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Titillium Web Light</vt:lpstr>
      <vt:lpstr>Wingdings</vt:lpstr>
      <vt:lpstr>Dosis ExtraLight</vt:lpstr>
      <vt:lpstr>Mowbray template</vt:lpstr>
      <vt:lpstr>Linux Final Project Report</vt:lpstr>
      <vt:lpstr>Agenda</vt:lpstr>
      <vt:lpstr>1. Project Overview</vt:lpstr>
      <vt:lpstr>1. Project Overview</vt:lpstr>
      <vt:lpstr>1. Project Overview</vt:lpstr>
      <vt:lpstr>2. Driver development</vt:lpstr>
      <vt:lpstr>2. Driver development</vt:lpstr>
      <vt:lpstr>2. Driver development</vt:lpstr>
      <vt:lpstr>2. Driver development</vt:lpstr>
      <vt:lpstr>3. QT Application</vt:lpstr>
      <vt:lpstr>3. QT Application</vt:lpstr>
      <vt:lpstr>3. QT Application</vt:lpstr>
      <vt:lpstr>3. QT Application</vt:lpstr>
      <vt:lpstr>3. QT Application</vt:lpstr>
      <vt:lpstr>3. QT Application</vt:lpstr>
      <vt:lpstr>3. QT Application</vt:lpstr>
      <vt:lpstr>4. LESSON LEARN</vt:lpstr>
      <vt:lpstr>4. Lesson learn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tuan</cp:lastModifiedBy>
  <cp:revision>8</cp:revision>
  <dcterms:modified xsi:type="dcterms:W3CDTF">2025-09-28T15:15:56Z</dcterms:modified>
</cp:coreProperties>
</file>